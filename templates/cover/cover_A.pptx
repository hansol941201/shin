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HOTO_1"/>
          <p:cNvSpPr/>
          <p:nvPr/>
        </p:nvSpPr>
        <p:spPr>
          <a:xfrm>
            <a:off x="0" y="0"/>
            <a:ext cx="7560000" cy="7704000"/>
          </a:xfrm>
          <a:prstGeom prst="rect">
            <a:avLst/>
          </a:prstGeom>
          <a:solidFill>
            <a:srgbClr val="F1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04000"/>
            <a:ext cx="7560000" cy="4320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47200"/>
            <a:ext cx="7560000" cy="2944800"/>
          </a:xfrm>
          <a:prstGeom prst="rect">
            <a:avLst/>
          </a:prstGeom>
          <a:solidFill>
            <a:srgbClr val="122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8679600"/>
            <a:ext cx="6696000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맑은 고딕"/>
              </a:rPr>
              <a:t>{{PAGE_TITLE}}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9507600"/>
            <a:ext cx="6696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DD2DE"/>
                </a:solidFill>
                <a:latin typeface="맑은 고딕"/>
              </a:rPr>
              <a:t>{{PAGE_SUBTITLE}}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
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279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"/>
            <a:ext cx="669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0260000"/>
            <a:ext cx="7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69BA5"/>
                </a:solidFill>
                <a:latin typeface="맑은 고딕"/>
              </a:rPr>
              <a:t>02</a:t>
            </a:r>
          </a:p>
        </p:txBody>
      </p:sp>
      <p:grpSp>
        <p:nvGrpSpPr>
          <p:cNvPr id="11" name="GROUP_CARD_1"/>
          <p:cNvGrpSpPr/>
          <p:nvPr/>
        </p:nvGrpSpPr>
        <p:grpSpPr>
          <a:xfrm>
            <a:off x="432000" y="972000"/>
            <a:ext cx="2088000" cy="9288000"/>
            <a:chOff x="432000" y="972000"/>
            <a:chExt cx="2088000" cy="9288000"/>
          </a:xfrm>
        </p:grpSpPr>
        <p:sp>
          <p:nvSpPr>
            <p:cNvPr id="6" name="Rectangle 5"/>
            <p:cNvSpPr/>
            <p:nvPr/>
          </p:nvSpPr>
          <p:spPr>
            <a:xfrm>
              <a:off x="432000" y="972000"/>
              <a:ext cx="2088000" cy="92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2000" y="972000"/>
              <a:ext cx="2088000" cy="72000"/>
            </a:xfrm>
            <a:prstGeom prst="rect">
              <a:avLst/>
            </a:prstGeom>
            <a:solidFill>
              <a:srgbClr val="273D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HOTO_1"/>
            <p:cNvSpPr/>
            <p:nvPr/>
          </p:nvSpPr>
          <p:spPr>
            <a:xfrm>
              <a:off x="576000" y="1116000"/>
              <a:ext cx="1800000" cy="792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6000" y="9036000"/>
              <a:ext cx="1800000" cy="50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273D66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000" y="9540000"/>
              <a:ext cx="1800000" cy="57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7" name="GROUP_CARD_2"/>
          <p:cNvGrpSpPr/>
          <p:nvPr/>
        </p:nvGrpSpPr>
        <p:grpSpPr>
          <a:xfrm>
            <a:off x="2736000" y="972000"/>
            <a:ext cx="2088000" cy="9288000"/>
            <a:chOff x="2736000" y="972000"/>
            <a:chExt cx="2088000" cy="9288000"/>
          </a:xfrm>
        </p:grpSpPr>
        <p:sp>
          <p:nvSpPr>
            <p:cNvPr id="12" name="Rectangle 11"/>
            <p:cNvSpPr/>
            <p:nvPr/>
          </p:nvSpPr>
          <p:spPr>
            <a:xfrm>
              <a:off x="2736000" y="972000"/>
              <a:ext cx="2088000" cy="92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36000" y="972000"/>
              <a:ext cx="2088000" cy="72000"/>
            </a:xfrm>
            <a:prstGeom prst="rect">
              <a:avLst/>
            </a:prstGeom>
            <a:solidFill>
              <a:srgbClr val="273D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HOTO_2"/>
            <p:cNvSpPr/>
            <p:nvPr/>
          </p:nvSpPr>
          <p:spPr>
            <a:xfrm>
              <a:off x="2880000" y="1116000"/>
              <a:ext cx="1800000" cy="792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80000" y="9036000"/>
              <a:ext cx="1800000" cy="50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273D66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80000" y="9540000"/>
              <a:ext cx="1800000" cy="57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23" name="GROUP_CARD_3"/>
          <p:cNvGrpSpPr/>
          <p:nvPr/>
        </p:nvGrpSpPr>
        <p:grpSpPr>
          <a:xfrm>
            <a:off x="5040000" y="972000"/>
            <a:ext cx="2088000" cy="9288000"/>
            <a:chOff x="5040000" y="972000"/>
            <a:chExt cx="2088000" cy="9288000"/>
          </a:xfrm>
        </p:grpSpPr>
        <p:sp>
          <p:nvSpPr>
            <p:cNvPr id="18" name="Rectangle 17"/>
            <p:cNvSpPr/>
            <p:nvPr/>
          </p:nvSpPr>
          <p:spPr>
            <a:xfrm>
              <a:off x="5040000" y="972000"/>
              <a:ext cx="2088000" cy="9288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040000" y="972000"/>
              <a:ext cx="2088000" cy="72000"/>
            </a:xfrm>
            <a:prstGeom prst="rect">
              <a:avLst/>
            </a:prstGeom>
            <a:solidFill>
              <a:srgbClr val="273D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HOTO_3"/>
            <p:cNvSpPr/>
            <p:nvPr/>
          </p:nvSpPr>
          <p:spPr>
            <a:xfrm>
              <a:off x="5184000" y="1116000"/>
              <a:ext cx="1800000" cy="792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84000" y="9036000"/>
              <a:ext cx="1800000" cy="50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273D66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84000" y="9540000"/>
              <a:ext cx="1800000" cy="57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{{DESC_3}}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
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84000"/>
            <a:ext cx="7560000" cy="108000"/>
          </a:xfrm>
          <a:prstGeom prst="rect">
            <a:avLst/>
          </a:prstGeom>
          <a:solidFill>
            <a:srgbClr val="C4B28C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9500000">
            <a:off x="5256000" y="9036000"/>
            <a:ext cx="1656000" cy="13970"/>
          </a:xfrm>
          <a:prstGeom prst="rect">
            <a:avLst/>
          </a:prstGeom>
          <a:solidFill>
            <a:srgbClr val="C4B28C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324000"/>
            <a:ext cx="6696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22242"/>
                </a:solidFill>
                <a:latin typeface="맑은 고딕"/>
              </a:rPr>
              <a:t>{{PAGE_TITLE}}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738000"/>
            <a:ext cx="504000" cy="30480"/>
          </a:xfrm>
          <a:prstGeom prst="rect">
            <a:avLst/>
          </a:prstGeom>
          <a:solidFill>
            <a:srgbClr val="B08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0" name="GROUP_CARD_1"/>
          <p:cNvGrpSpPr/>
          <p:nvPr/>
        </p:nvGrpSpPr>
        <p:grpSpPr>
          <a:xfrm>
            <a:off x="432000" y="900000"/>
            <a:ext cx="3204000" cy="4536000"/>
            <a:chOff x="432000" y="900000"/>
            <a:chExt cx="3204000" cy="4536000"/>
          </a:xfrm>
        </p:grpSpPr>
        <p:sp>
          <p:nvSpPr>
            <p:cNvPr id="7" name="PHOTO_1"/>
            <p:cNvSpPr/>
            <p:nvPr/>
          </p:nvSpPr>
          <p:spPr>
            <a:xfrm>
              <a:off x="432000" y="900000"/>
              <a:ext cx="3204000" cy="308448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2000" y="4128480"/>
              <a:ext cx="3204000" cy="28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{{TITLE_1}}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32000" y="4416480"/>
              <a:ext cx="3204000" cy="1019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6E737D"/>
                  </a:solidFill>
                  <a:latin typeface="맑은 고딕"/>
                </a:rPr>
                <a:t>{{DESC_1}}</a:t>
              </a:r>
            </a:p>
          </p:txBody>
        </p:sp>
      </p:grpSp>
      <p:grpSp>
        <p:nvGrpSpPr>
          <p:cNvPr id="14" name="GROUP_CARD_2"/>
          <p:cNvGrpSpPr/>
          <p:nvPr/>
        </p:nvGrpSpPr>
        <p:grpSpPr>
          <a:xfrm>
            <a:off x="3924000" y="900000"/>
            <a:ext cx="3204000" cy="4536000"/>
            <a:chOff x="3924000" y="900000"/>
            <a:chExt cx="3204000" cy="4536000"/>
          </a:xfrm>
        </p:grpSpPr>
        <p:sp>
          <p:nvSpPr>
            <p:cNvPr id="11" name="PHOTO_2"/>
            <p:cNvSpPr/>
            <p:nvPr/>
          </p:nvSpPr>
          <p:spPr>
            <a:xfrm>
              <a:off x="3924000" y="900000"/>
              <a:ext cx="3204000" cy="308448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24000" y="4128480"/>
              <a:ext cx="3204000" cy="28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{{TITLE_2}}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924000" y="4416480"/>
              <a:ext cx="3204000" cy="1019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6E737D"/>
                  </a:solidFill>
                  <a:latin typeface="맑은 고딕"/>
                </a:rPr>
                <a:t>{{DESC_2}}</a:t>
              </a:r>
            </a:p>
          </p:txBody>
        </p:sp>
      </p:grpSp>
      <p:grpSp>
        <p:nvGrpSpPr>
          <p:cNvPr id="18" name="GROUP_CARD_3"/>
          <p:cNvGrpSpPr/>
          <p:nvPr/>
        </p:nvGrpSpPr>
        <p:grpSpPr>
          <a:xfrm>
            <a:off x="432000" y="5724000"/>
            <a:ext cx="3204000" cy="4536000"/>
            <a:chOff x="432000" y="5724000"/>
            <a:chExt cx="3204000" cy="4536000"/>
          </a:xfrm>
        </p:grpSpPr>
        <p:sp>
          <p:nvSpPr>
            <p:cNvPr id="15" name="PHOTO_3"/>
            <p:cNvSpPr/>
            <p:nvPr/>
          </p:nvSpPr>
          <p:spPr>
            <a:xfrm>
              <a:off x="432000" y="5724000"/>
              <a:ext cx="3204000" cy="308448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32000" y="8952480"/>
              <a:ext cx="3204000" cy="28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{{TITLE_3}}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2000" y="9240480"/>
              <a:ext cx="3204000" cy="1019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6E737D"/>
                  </a:solidFill>
                  <a:latin typeface="맑은 고딕"/>
                </a:rPr>
                <a:t>{{DESC_3}}</a:t>
              </a:r>
            </a:p>
          </p:txBody>
        </p:sp>
      </p:grpSp>
      <p:grpSp>
        <p:nvGrpSpPr>
          <p:cNvPr id="22" name="GROUP_CARD_4"/>
          <p:cNvGrpSpPr/>
          <p:nvPr/>
        </p:nvGrpSpPr>
        <p:grpSpPr>
          <a:xfrm>
            <a:off x="3924000" y="5724000"/>
            <a:ext cx="3204000" cy="4536000"/>
            <a:chOff x="3924000" y="5724000"/>
            <a:chExt cx="3204000" cy="4536000"/>
          </a:xfrm>
        </p:grpSpPr>
        <p:sp>
          <p:nvSpPr>
            <p:cNvPr id="19" name="PHOTO_4"/>
            <p:cNvSpPr/>
            <p:nvPr/>
          </p:nvSpPr>
          <p:spPr>
            <a:xfrm>
              <a:off x="3924000" y="5724000"/>
              <a:ext cx="3204000" cy="3084480"/>
            </a:xfrm>
            <a:prstGeom prst="rect">
              <a:avLst/>
            </a:prstGeom>
            <a:solidFill>
              <a:srgbClr val="F1F2F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924000" y="8952480"/>
              <a:ext cx="3204000" cy="2880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500" b="1">
                  <a:solidFill>
                    <a:srgbClr val="122242"/>
                  </a:solidFill>
                  <a:latin typeface="맑은 고딕"/>
                </a:rPr>
                <a:t>{{TITLE_4}}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924000" y="9240480"/>
              <a:ext cx="3204000" cy="10195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spAutoFit/>
            </a:bodyPr>
            <a:lstStyle/>
            <a:p>
              <a:pPr algn="l">
                <a:lnSpc>
                  <a:spcPct val="115000"/>
                </a:lnSpc>
              </a:pPr>
              <a:r>
                <a:rPr sz="1100" b="0">
                  <a:solidFill>
                    <a:srgbClr val="6E737D"/>
                  </a:solidFill>
                  <a:latin typeface="맑은 고딕"/>
                </a:rPr>
                <a:t>{{DESC_4}}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
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7" name="GROUP_CARD_1"/>
          <p:cNvGrpSpPr/>
          <p:nvPr/>
        </p:nvGrpSpPr>
        <p:grpSpPr>
          <a:xfrm>
            <a:off x="432000" y="900000"/>
            <a:ext cx="3204000" cy="4536000"/>
            <a:chOff x="432000" y="900000"/>
            <a:chExt cx="3204000" cy="4536000"/>
          </a:xfrm>
        </p:grpSpPr>
        <p:sp>
          <p:nvSpPr>
            <p:cNvPr id="4" name="PHOTO_1"/>
            <p:cNvSpPr/>
            <p:nvPr/>
          </p:nvSpPr>
          <p:spPr>
            <a:xfrm>
              <a:off x="432000" y="900000"/>
              <a:ext cx="3204000" cy="308448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32000" y="412848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32000" y="4416480"/>
              <a:ext cx="3204000" cy="1019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1" name="GROUP_CARD_2"/>
          <p:cNvGrpSpPr/>
          <p:nvPr/>
        </p:nvGrpSpPr>
        <p:grpSpPr>
          <a:xfrm>
            <a:off x="3924000" y="900000"/>
            <a:ext cx="3204000" cy="4536000"/>
            <a:chOff x="3924000" y="900000"/>
            <a:chExt cx="3204000" cy="4536000"/>
          </a:xfrm>
        </p:grpSpPr>
        <p:sp>
          <p:nvSpPr>
            <p:cNvPr id="8" name="PHOTO_2"/>
            <p:cNvSpPr/>
            <p:nvPr/>
          </p:nvSpPr>
          <p:spPr>
            <a:xfrm>
              <a:off x="3924000" y="900000"/>
              <a:ext cx="3204000" cy="308448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24000" y="412848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24000" y="4416480"/>
              <a:ext cx="3204000" cy="1019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15" name="GROUP_CARD_3"/>
          <p:cNvGrpSpPr/>
          <p:nvPr/>
        </p:nvGrpSpPr>
        <p:grpSpPr>
          <a:xfrm>
            <a:off x="432000" y="5724000"/>
            <a:ext cx="3204000" cy="4536000"/>
            <a:chOff x="432000" y="5724000"/>
            <a:chExt cx="3204000" cy="4536000"/>
          </a:xfrm>
        </p:grpSpPr>
        <p:sp>
          <p:nvSpPr>
            <p:cNvPr id="12" name="PHOTO_3"/>
            <p:cNvSpPr/>
            <p:nvPr/>
          </p:nvSpPr>
          <p:spPr>
            <a:xfrm>
              <a:off x="432000" y="5724000"/>
              <a:ext cx="3204000" cy="308448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2000" y="895248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32000" y="9240480"/>
              <a:ext cx="3204000" cy="1019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{{DESC_3}}</a:t>
              </a:r>
            </a:p>
          </p:txBody>
        </p:sp>
      </p:grpSp>
      <p:grpSp>
        <p:nvGrpSpPr>
          <p:cNvPr id="19" name="GROUP_CARD_4"/>
          <p:cNvGrpSpPr/>
          <p:nvPr/>
        </p:nvGrpSpPr>
        <p:grpSpPr>
          <a:xfrm>
            <a:off x="3924000" y="5724000"/>
            <a:ext cx="3204000" cy="4536000"/>
            <a:chOff x="3924000" y="5724000"/>
            <a:chExt cx="3204000" cy="4536000"/>
          </a:xfrm>
        </p:grpSpPr>
        <p:sp>
          <p:nvSpPr>
            <p:cNvPr id="16" name="PHOTO_4"/>
            <p:cNvSpPr/>
            <p:nvPr/>
          </p:nvSpPr>
          <p:spPr>
            <a:xfrm>
              <a:off x="3924000" y="5724000"/>
              <a:ext cx="3204000" cy="308448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24000" y="895248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{{TITLE_4}}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24000" y="9240480"/>
              <a:ext cx="3204000" cy="1019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
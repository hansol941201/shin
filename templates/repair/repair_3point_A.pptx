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324000"/>
            <a:ext cx="6696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22242"/>
                </a:solidFill>
                <a:latin typeface="맑은 고딕"/>
              </a:rPr>
              <a:t>{{PAGE_TITLE}}</a:t>
            </a:r>
          </a:p>
        </p:txBody>
      </p:sp>
      <p:sp>
        <p:nvSpPr>
          <p:cNvPr id="3" name="Rectangle 2"/>
          <p:cNvSpPr/>
          <p:nvPr/>
        </p:nvSpPr>
        <p:spPr>
          <a:xfrm>
            <a:off x="432000" y="738000"/>
            <a:ext cx="504000" cy="3048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HOTO_1"/>
          <p:cNvSpPr/>
          <p:nvPr/>
        </p:nvSpPr>
        <p:spPr>
          <a:xfrm>
            <a:off x="432000" y="900000"/>
            <a:ext cx="3749760" cy="9360000"/>
          </a:xfrm>
          <a:prstGeom prst="rect">
            <a:avLst/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" name="GROUP_POINT_1"/>
          <p:cNvGrpSpPr/>
          <p:nvPr/>
        </p:nvGrpSpPr>
        <p:grpSpPr>
          <a:xfrm>
            <a:off x="4541760" y="900000"/>
            <a:ext cx="2586240" cy="3021525"/>
            <a:chOff x="4541760" y="900000"/>
            <a:chExt cx="2586240" cy="3021525"/>
          </a:xfrm>
        </p:grpSpPr>
        <p:sp>
          <p:nvSpPr>
            <p:cNvPr id="5" name="TextBox 4"/>
            <p:cNvSpPr txBox="1"/>
            <p:nvPr/>
          </p:nvSpPr>
          <p:spPr>
            <a:xfrm>
              <a:off x="4541760" y="900000"/>
              <a:ext cx="468000" cy="396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2000" b="1">
                  <a:solidFill>
                    <a:srgbClr val="B08D57"/>
                  </a:solidFill>
                  <a:latin typeface="맑은 고딕"/>
                </a:rPr>
                <a:t>01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045760" y="900000"/>
              <a:ext cx="2082240" cy="32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300" b="1">
                  <a:solidFill>
                    <a:srgbClr val="122242"/>
                  </a:solidFill>
                  <a:latin typeface="맑은 고딕"/>
                </a:rPr>
                <a:t>{{TITLE_1}}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045760" y="1224000"/>
              <a:ext cx="2082240" cy="2652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373C46"/>
                  </a:solidFill>
                  <a:latin typeface="맑은 고딕"/>
                </a:rPr>
                <a:t>{{DESC_1}}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541760" y="3912000"/>
              <a:ext cx="2586240" cy="9525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" name="GROUP_POINT_2"/>
          <p:cNvGrpSpPr/>
          <p:nvPr/>
        </p:nvGrpSpPr>
        <p:grpSpPr>
          <a:xfrm>
            <a:off x="4541760" y="4020000"/>
            <a:ext cx="2586240" cy="3021525"/>
            <a:chOff x="4541760" y="4020000"/>
            <a:chExt cx="2586240" cy="3021525"/>
          </a:xfrm>
        </p:grpSpPr>
        <p:sp>
          <p:nvSpPr>
            <p:cNvPr id="10" name="TextBox 9"/>
            <p:cNvSpPr txBox="1"/>
            <p:nvPr/>
          </p:nvSpPr>
          <p:spPr>
            <a:xfrm>
              <a:off x="4541760" y="4020000"/>
              <a:ext cx="468000" cy="396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2000" b="1">
                  <a:solidFill>
                    <a:srgbClr val="B08D57"/>
                  </a:solidFill>
                  <a:latin typeface="맑은 고딕"/>
                </a:rPr>
                <a:t>02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045760" y="4020000"/>
              <a:ext cx="2082240" cy="32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300" b="1">
                  <a:solidFill>
                    <a:srgbClr val="122242"/>
                  </a:solidFill>
                  <a:latin typeface="맑은 고딕"/>
                </a:rPr>
                <a:t>{{TITLE_2}}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045760" y="4344000"/>
              <a:ext cx="2082240" cy="2652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373C46"/>
                  </a:solidFill>
                  <a:latin typeface="맑은 고딕"/>
                </a:rPr>
                <a:t>{{DESC_2}}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541760" y="7032000"/>
              <a:ext cx="2586240" cy="9525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" name="GROUP_POINT_3"/>
          <p:cNvGrpSpPr/>
          <p:nvPr/>
        </p:nvGrpSpPr>
        <p:grpSpPr>
          <a:xfrm>
            <a:off x="4541760" y="7140000"/>
            <a:ext cx="2586240" cy="2976000"/>
            <a:chOff x="4541760" y="7140000"/>
            <a:chExt cx="2586240" cy="2976000"/>
          </a:xfrm>
        </p:grpSpPr>
        <p:sp>
          <p:nvSpPr>
            <p:cNvPr id="15" name="TextBox 14"/>
            <p:cNvSpPr txBox="1"/>
            <p:nvPr/>
          </p:nvSpPr>
          <p:spPr>
            <a:xfrm>
              <a:off x="4541760" y="7140000"/>
              <a:ext cx="468000" cy="396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2000" b="1">
                  <a:solidFill>
                    <a:srgbClr val="B08D57"/>
                  </a:solidFill>
                  <a:latin typeface="맑은 고딕"/>
                </a:rPr>
                <a:t>03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045760" y="7140000"/>
              <a:ext cx="2082240" cy="324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300" b="1">
                  <a:solidFill>
                    <a:srgbClr val="122242"/>
                  </a:solidFill>
                  <a:latin typeface="맑은 고딕"/>
                </a:rPr>
                <a:t>{{TITLE_3}}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045760" y="7464000"/>
              <a:ext cx="2082240" cy="2652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373C46"/>
                  </a:solidFill>
                  <a:latin typeface="맑은 고딕"/>
                </a:rPr>
                <a:t>{{DESC_3}}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
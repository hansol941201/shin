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FAF8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680000" y="8172000"/>
            <a:ext cx="7560000" cy="7560000"/>
          </a:xfrm>
          <a:prstGeom prst="ellipse">
            <a:avLst/>
          </a:prstGeom>
          <a:solidFill>
            <a:srgbClr val="C4B28C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2000" y="324000"/>
            <a:ext cx="66960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22242"/>
                </a:solidFill>
                <a:latin typeface="맑은 고딕"/>
              </a:rPr>
              <a:t>{{PAGE_TITLE}}</a:t>
            </a:r>
          </a:p>
        </p:txBody>
      </p:sp>
      <p:sp>
        <p:nvSpPr>
          <p:cNvPr id="5" name="Rectangle 4"/>
          <p:cNvSpPr/>
          <p:nvPr/>
        </p:nvSpPr>
        <p:spPr>
          <a:xfrm>
            <a:off x="432000" y="738000"/>
            <a:ext cx="504000" cy="3048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HOTO_1"/>
          <p:cNvSpPr/>
          <p:nvPr/>
        </p:nvSpPr>
        <p:spPr>
          <a:xfrm>
            <a:off x="432000" y="900000"/>
            <a:ext cx="3749760" cy="9360000"/>
          </a:xfrm>
          <a:prstGeom prst="rect">
            <a:avLst/>
          </a:prstGeom>
          <a:solidFill>
            <a:srgbClr val="F1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11" name="GROUP_POINT_1"/>
          <p:cNvGrpSpPr/>
          <p:nvPr/>
        </p:nvGrpSpPr>
        <p:grpSpPr>
          <a:xfrm>
            <a:off x="4541760" y="900000"/>
            <a:ext cx="2586240" cy="3021525"/>
            <a:chOff x="4541760" y="900000"/>
            <a:chExt cx="2586240" cy="3021525"/>
          </a:xfrm>
        </p:grpSpPr>
        <p:sp>
          <p:nvSpPr>
            <p:cNvPr id="7" name="TextBox 6"/>
            <p:cNvSpPr txBox="1"/>
            <p:nvPr/>
          </p:nvSpPr>
          <p:spPr>
            <a:xfrm>
              <a:off x="4541760" y="900000"/>
              <a:ext cx="468000" cy="396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2000" b="1">
                  <a:solidFill>
                    <a:srgbClr val="B08D57"/>
                  </a:solidFill>
                  <a:latin typeface="맑은 고딕"/>
                </a:rPr>
                <a:t>01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045760" y="900000"/>
              <a:ext cx="2082240" cy="324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300" b="1">
                  <a:solidFill>
                    <a:srgbClr val="122242"/>
                  </a:solidFill>
                  <a:latin typeface="맑은 고딕"/>
                </a:rPr>
                <a:t>{{TITLE_1}}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5045760" y="1224000"/>
              <a:ext cx="2082240" cy="2652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100" b="0">
                  <a:solidFill>
                    <a:srgbClr val="373C46"/>
                  </a:solidFill>
                  <a:latin typeface="맑은 고딕"/>
                </a:rPr>
                <a:t>{{DESC_1}}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4541760" y="3912000"/>
              <a:ext cx="2586240" cy="9525"/>
            </a:xfrm>
            <a:prstGeom prst="rect">
              <a:avLst/>
            </a:prstGeom>
            <a:solidFill>
              <a:srgbClr val="F1F2F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6" name="GROUP_POINT_2"/>
          <p:cNvGrpSpPr/>
          <p:nvPr/>
        </p:nvGrpSpPr>
        <p:grpSpPr>
          <a:xfrm>
            <a:off x="4541760" y="4020000"/>
            <a:ext cx="2586240" cy="3021525"/>
            <a:chOff x="4541760" y="4020000"/>
            <a:chExt cx="2586240" cy="3021525"/>
          </a:xfrm>
        </p:grpSpPr>
        <p:sp>
          <p:nvSpPr>
            <p:cNvPr id="12" name="TextBox 11"/>
            <p:cNvSpPr txBox="1"/>
            <p:nvPr/>
          </p:nvSpPr>
          <p:spPr>
            <a:xfrm>
              <a:off x="4541760" y="4020000"/>
              <a:ext cx="468000" cy="396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2000" b="1">
                  <a:solidFill>
                    <a:srgbClr val="B08D57"/>
                  </a:solidFill>
                  <a:latin typeface="맑은 고딕"/>
                </a:rPr>
                <a:t>02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5045760" y="4020000"/>
              <a:ext cx="2082240" cy="324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300" b="1">
                  <a:solidFill>
                    <a:srgbClr val="122242"/>
                  </a:solidFill>
                  <a:latin typeface="맑은 고딕"/>
                </a:rPr>
                <a:t>{{TITLE_2}}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5045760" y="4344000"/>
              <a:ext cx="2082240" cy="2652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100" b="0">
                  <a:solidFill>
                    <a:srgbClr val="373C46"/>
                  </a:solidFill>
                  <a:latin typeface="맑은 고딕"/>
                </a:rPr>
                <a:t>{{DESC_2}}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4541760" y="7032000"/>
              <a:ext cx="2586240" cy="9525"/>
            </a:xfrm>
            <a:prstGeom prst="rect">
              <a:avLst/>
            </a:prstGeom>
            <a:solidFill>
              <a:srgbClr val="F1F2F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0" name="GROUP_POINT_3"/>
          <p:cNvGrpSpPr/>
          <p:nvPr/>
        </p:nvGrpSpPr>
        <p:grpSpPr>
          <a:xfrm>
            <a:off x="4541760" y="7140000"/>
            <a:ext cx="2586240" cy="2976000"/>
            <a:chOff x="4541760" y="7140000"/>
            <a:chExt cx="2586240" cy="2976000"/>
          </a:xfrm>
        </p:grpSpPr>
        <p:sp>
          <p:nvSpPr>
            <p:cNvPr id="17" name="TextBox 16"/>
            <p:cNvSpPr txBox="1"/>
            <p:nvPr/>
          </p:nvSpPr>
          <p:spPr>
            <a:xfrm>
              <a:off x="4541760" y="7140000"/>
              <a:ext cx="468000" cy="396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2000" b="1">
                  <a:solidFill>
                    <a:srgbClr val="B08D57"/>
                  </a:solidFill>
                  <a:latin typeface="맑은 고딕"/>
                </a:rPr>
                <a:t>03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5045760" y="7140000"/>
              <a:ext cx="2082240" cy="324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300" b="1">
                  <a:solidFill>
                    <a:srgbClr val="122242"/>
                  </a:solidFill>
                  <a:latin typeface="맑은 고딕"/>
                </a:rPr>
                <a:t>{{TITLE_3}}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5045760" y="7464000"/>
              <a:ext cx="2082240" cy="2652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100" b="0">
                  <a:solidFill>
                    <a:srgbClr val="373C46"/>
                  </a:solidFill>
                  <a:latin typeface="맑은 고딕"/>
                </a:rPr>
                <a:t>{{DESC_3}}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
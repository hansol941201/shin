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84000"/>
            <a:ext cx="7560000" cy="108000"/>
          </a:xfrm>
          <a:prstGeom prst="rect">
            <a:avLst/>
          </a:prstGeom>
          <a:solidFill>
            <a:srgbClr val="C4B28C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9500000">
            <a:off x="5256000" y="9036000"/>
            <a:ext cx="1656000" cy="13970"/>
          </a:xfrm>
          <a:prstGeom prst="rect">
            <a:avLst/>
          </a:prstGeom>
          <a:solidFill>
            <a:srgbClr val="C4B28C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324000"/>
            <a:ext cx="669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22242"/>
                </a:solidFill>
                <a:latin typeface="맑은 고딕"/>
              </a:rPr>
              <a:t>{{PAGE_TITLE}}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738000"/>
            <a:ext cx="504000" cy="304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HOTO_1"/>
          <p:cNvSpPr/>
          <p:nvPr/>
        </p:nvSpPr>
        <p:spPr>
          <a:xfrm>
            <a:off x="432000" y="900000"/>
            <a:ext cx="3749760" cy="9360000"/>
          </a:xfrm>
          <a:prstGeom prst="rect">
            <a:avLst/>
          </a:prstGeom>
          <a:solidFill>
            <a:srgbClr val="F1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2" name="GROUP_POINT_1"/>
          <p:cNvGrpSpPr/>
          <p:nvPr/>
        </p:nvGrpSpPr>
        <p:grpSpPr>
          <a:xfrm>
            <a:off x="4541760" y="900000"/>
            <a:ext cx="2586240" cy="2241525"/>
            <a:chOff x="4541760" y="900000"/>
            <a:chExt cx="2586240" cy="2241525"/>
          </a:xfrm>
        </p:grpSpPr>
        <p:sp>
          <p:nvSpPr>
            <p:cNvPr id="8" name="TextBox 7"/>
            <p:cNvSpPr txBox="1"/>
            <p:nvPr/>
          </p:nvSpPr>
          <p:spPr>
            <a:xfrm>
              <a:off x="4541760" y="900000"/>
              <a:ext cx="468000" cy="396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000" b="1">
                  <a:solidFill>
                    <a:srgbClr val="B08D57"/>
                  </a:solidFill>
                  <a:latin typeface="맑은 고딕"/>
                </a:rPr>
                <a:t>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045760" y="900000"/>
              <a:ext cx="208224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1">
                  <a:solidFill>
                    <a:srgbClr val="122242"/>
                  </a:solidFill>
                  <a:latin typeface="맑은 고딕"/>
                </a:rPr>
                <a:t>{{TITLE_1}}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45760" y="1224000"/>
              <a:ext cx="2082240" cy="187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{{DESC_1}}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541760" y="3132000"/>
              <a:ext cx="2586240" cy="9525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7" name="GROUP_POINT_2"/>
          <p:cNvGrpSpPr/>
          <p:nvPr/>
        </p:nvGrpSpPr>
        <p:grpSpPr>
          <a:xfrm>
            <a:off x="4541760" y="3240000"/>
            <a:ext cx="2586240" cy="2241525"/>
            <a:chOff x="4541760" y="3240000"/>
            <a:chExt cx="2586240" cy="2241525"/>
          </a:xfrm>
        </p:grpSpPr>
        <p:sp>
          <p:nvSpPr>
            <p:cNvPr id="13" name="TextBox 12"/>
            <p:cNvSpPr txBox="1"/>
            <p:nvPr/>
          </p:nvSpPr>
          <p:spPr>
            <a:xfrm>
              <a:off x="4541760" y="3240000"/>
              <a:ext cx="468000" cy="396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000" b="1">
                  <a:solidFill>
                    <a:srgbClr val="B08D57"/>
                  </a:solidFill>
                  <a:latin typeface="맑은 고딕"/>
                </a:rPr>
                <a:t>02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045760" y="3240000"/>
              <a:ext cx="208224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1">
                  <a:solidFill>
                    <a:srgbClr val="122242"/>
                  </a:solidFill>
                  <a:latin typeface="맑은 고딕"/>
                </a:rPr>
                <a:t>{{TITLE_2}}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045760" y="3564000"/>
              <a:ext cx="2082240" cy="187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{{DESC_2}}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541760" y="5472000"/>
              <a:ext cx="2586240" cy="9525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2" name="GROUP_POINT_3"/>
          <p:cNvGrpSpPr/>
          <p:nvPr/>
        </p:nvGrpSpPr>
        <p:grpSpPr>
          <a:xfrm>
            <a:off x="4541760" y="5580000"/>
            <a:ext cx="2586240" cy="2241525"/>
            <a:chOff x="4541760" y="5580000"/>
            <a:chExt cx="2586240" cy="2241525"/>
          </a:xfrm>
        </p:grpSpPr>
        <p:sp>
          <p:nvSpPr>
            <p:cNvPr id="18" name="TextBox 17"/>
            <p:cNvSpPr txBox="1"/>
            <p:nvPr/>
          </p:nvSpPr>
          <p:spPr>
            <a:xfrm>
              <a:off x="4541760" y="5580000"/>
              <a:ext cx="468000" cy="396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000" b="1">
                  <a:solidFill>
                    <a:srgbClr val="B08D57"/>
                  </a:solidFill>
                  <a:latin typeface="맑은 고딕"/>
                </a:rPr>
                <a:t>03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045760" y="5580000"/>
              <a:ext cx="208224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1">
                  <a:solidFill>
                    <a:srgbClr val="122242"/>
                  </a:solidFill>
                  <a:latin typeface="맑은 고딕"/>
                </a:rPr>
                <a:t>{{TITLE_3}}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045760" y="5904000"/>
              <a:ext cx="2082240" cy="187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{{DESC_3}}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541760" y="7812000"/>
              <a:ext cx="2586240" cy="9525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6" name="GROUP_POINT_4"/>
          <p:cNvGrpSpPr/>
          <p:nvPr/>
        </p:nvGrpSpPr>
        <p:grpSpPr>
          <a:xfrm>
            <a:off x="4541760" y="7920000"/>
            <a:ext cx="2586240" cy="2196000"/>
            <a:chOff x="4541760" y="7920000"/>
            <a:chExt cx="2586240" cy="2196000"/>
          </a:xfrm>
        </p:grpSpPr>
        <p:sp>
          <p:nvSpPr>
            <p:cNvPr id="23" name="TextBox 22"/>
            <p:cNvSpPr txBox="1"/>
            <p:nvPr/>
          </p:nvSpPr>
          <p:spPr>
            <a:xfrm>
              <a:off x="4541760" y="7920000"/>
              <a:ext cx="468000" cy="396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000" b="1">
                  <a:solidFill>
                    <a:srgbClr val="B08D57"/>
                  </a:solidFill>
                  <a:latin typeface="맑은 고딕"/>
                </a:rPr>
                <a:t>04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045760" y="7920000"/>
              <a:ext cx="208224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1">
                  <a:solidFill>
                    <a:srgbClr val="122242"/>
                  </a:solidFill>
                  <a:latin typeface="맑은 고딕"/>
                </a:rPr>
                <a:t>{{TITLE_4}}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045760" y="8244000"/>
              <a:ext cx="2082240" cy="187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{{DESC_4}}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
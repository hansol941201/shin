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HOTO_1"/>
          <p:cNvSpPr/>
          <p:nvPr/>
        </p:nvSpPr>
        <p:spPr>
          <a:xfrm>
            <a:off x="432000" y="900000"/>
            <a:ext cx="3749760" cy="9360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_POINT_1"/>
          <p:cNvGrpSpPr/>
          <p:nvPr/>
        </p:nvGrpSpPr>
        <p:grpSpPr>
          <a:xfrm>
            <a:off x="4541760" y="900000"/>
            <a:ext cx="2586240" cy="2241525"/>
            <a:chOff x="4541760" y="900000"/>
            <a:chExt cx="2586240" cy="2241525"/>
          </a:xfrm>
        </p:grpSpPr>
        <p:sp>
          <p:nvSpPr>
            <p:cNvPr id="5" name="TextBox 4"/>
            <p:cNvSpPr txBox="1"/>
            <p:nvPr/>
          </p:nvSpPr>
          <p:spPr>
            <a:xfrm>
              <a:off x="4541760" y="900000"/>
              <a:ext cx="468000" cy="39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045760" y="900000"/>
              <a:ext cx="208224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45760" y="1224000"/>
              <a:ext cx="2082240" cy="187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{{DESC_1}}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541760" y="3132000"/>
              <a:ext cx="2586240" cy="9525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_POINT_2"/>
          <p:cNvGrpSpPr/>
          <p:nvPr/>
        </p:nvGrpSpPr>
        <p:grpSpPr>
          <a:xfrm>
            <a:off x="4541760" y="3240000"/>
            <a:ext cx="2586240" cy="2241525"/>
            <a:chOff x="4541760" y="3240000"/>
            <a:chExt cx="2586240" cy="2241525"/>
          </a:xfrm>
        </p:grpSpPr>
        <p:sp>
          <p:nvSpPr>
            <p:cNvPr id="10" name="TextBox 9"/>
            <p:cNvSpPr txBox="1"/>
            <p:nvPr/>
          </p:nvSpPr>
          <p:spPr>
            <a:xfrm>
              <a:off x="4541760" y="3240000"/>
              <a:ext cx="468000" cy="39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45760" y="3240000"/>
              <a:ext cx="208224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45760" y="3564000"/>
              <a:ext cx="2082240" cy="187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{{DESC_2}}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41760" y="5472000"/>
              <a:ext cx="2586240" cy="9525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_POINT_3"/>
          <p:cNvGrpSpPr/>
          <p:nvPr/>
        </p:nvGrpSpPr>
        <p:grpSpPr>
          <a:xfrm>
            <a:off x="4541760" y="5580000"/>
            <a:ext cx="2586240" cy="2241525"/>
            <a:chOff x="4541760" y="5580000"/>
            <a:chExt cx="2586240" cy="2241525"/>
          </a:xfrm>
        </p:grpSpPr>
        <p:sp>
          <p:nvSpPr>
            <p:cNvPr id="15" name="TextBox 14"/>
            <p:cNvSpPr txBox="1"/>
            <p:nvPr/>
          </p:nvSpPr>
          <p:spPr>
            <a:xfrm>
              <a:off x="4541760" y="5580000"/>
              <a:ext cx="468000" cy="39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03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45760" y="5580000"/>
              <a:ext cx="208224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{{TITLE_3}}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45760" y="5904000"/>
              <a:ext cx="2082240" cy="187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{{DESC_3}}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41760" y="7812000"/>
              <a:ext cx="2586240" cy="9525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_POINT_4"/>
          <p:cNvGrpSpPr/>
          <p:nvPr/>
        </p:nvGrpSpPr>
        <p:grpSpPr>
          <a:xfrm>
            <a:off x="4541760" y="7920000"/>
            <a:ext cx="2586240" cy="2196000"/>
            <a:chOff x="4541760" y="7920000"/>
            <a:chExt cx="2586240" cy="2196000"/>
          </a:xfrm>
        </p:grpSpPr>
        <p:sp>
          <p:nvSpPr>
            <p:cNvPr id="20" name="TextBox 19"/>
            <p:cNvSpPr txBox="1"/>
            <p:nvPr/>
          </p:nvSpPr>
          <p:spPr>
            <a:xfrm>
              <a:off x="4541760" y="7920000"/>
              <a:ext cx="468000" cy="39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04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045760" y="7920000"/>
              <a:ext cx="208224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{{TITLE_4}}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45760" y="8244000"/>
              <a:ext cx="2082240" cy="187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{{DESC_4}}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
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0"/>
            <a:ext cx="9525" cy="10692000"/>
          </a:xfrm>
          <a:prstGeom prst="rect">
            <a:avLst/>
          </a:prstGeom>
          <a:solidFill>
            <a:srgbClr val="D2CEC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" y="0"/>
            <a:ext cx="9525" cy="10692000"/>
          </a:xfrm>
          <a:prstGeom prst="rect">
            <a:avLst/>
          </a:prstGeom>
          <a:solidFill>
            <a:srgbClr val="D2CEC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OTO_1"/>
          <p:cNvSpPr/>
          <p:nvPr/>
        </p:nvSpPr>
        <p:spPr>
          <a:xfrm>
            <a:off x="432000" y="900000"/>
            <a:ext cx="3749760" cy="936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GROUP_POINT_1"/>
          <p:cNvGrpSpPr/>
          <p:nvPr/>
        </p:nvGrpSpPr>
        <p:grpSpPr>
          <a:xfrm>
            <a:off x="4541760" y="900000"/>
            <a:ext cx="2586240" cy="4581525"/>
            <a:chOff x="4541760" y="900000"/>
            <a:chExt cx="2586240" cy="4581525"/>
          </a:xfrm>
        </p:grpSpPr>
        <p:sp>
          <p:nvSpPr>
            <p:cNvPr id="8" name="TextBox 7"/>
            <p:cNvSpPr txBox="1"/>
            <p:nvPr/>
          </p:nvSpPr>
          <p:spPr>
            <a:xfrm>
              <a:off x="4541760" y="90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045760" y="90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45760" y="1224000"/>
              <a:ext cx="2082240" cy="421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41760" y="5472000"/>
              <a:ext cx="258624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" name="GROUP_POINT_2"/>
          <p:cNvGrpSpPr/>
          <p:nvPr/>
        </p:nvGrpSpPr>
        <p:grpSpPr>
          <a:xfrm>
            <a:off x="4541760" y="5580000"/>
            <a:ext cx="2586240" cy="4536000"/>
            <a:chOff x="4541760" y="5580000"/>
            <a:chExt cx="2586240" cy="4536000"/>
          </a:xfrm>
        </p:grpSpPr>
        <p:sp>
          <p:nvSpPr>
            <p:cNvPr id="13" name="TextBox 12"/>
            <p:cNvSpPr txBox="1"/>
            <p:nvPr/>
          </p:nvSpPr>
          <p:spPr>
            <a:xfrm>
              <a:off x="4541760" y="5580000"/>
              <a:ext cx="468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000" b="1">
                  <a:solidFill>
                    <a:srgbClr val="B08D57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45760" y="5580000"/>
              <a:ext cx="208224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1">
                  <a:solidFill>
                    <a:srgbClr val="122242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045760" y="5904000"/>
              <a:ext cx="2082240" cy="4212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
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4000" y="0"/>
            <a:ext cx="9525" cy="10692000"/>
          </a:xfrm>
          <a:prstGeom prst="rect">
            <a:avLst/>
          </a:prstGeom>
          <a:solidFill>
            <a:srgbClr val="D2CEC6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88000" y="0"/>
            <a:ext cx="9525" cy="10692000"/>
          </a:xfrm>
          <a:prstGeom prst="rect">
            <a:avLst/>
          </a:prstGeom>
          <a:solidFill>
            <a:srgbClr val="D2CEC6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324000"/>
            <a:ext cx="6696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22242"/>
                </a:solidFill>
                <a:latin typeface="맑은 고딕"/>
              </a:rPr>
              <a:t>{{PAGE_TITLE}}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738000"/>
            <a:ext cx="504000" cy="3048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2" name="GROUP_STEP_1"/>
          <p:cNvGrpSpPr/>
          <p:nvPr/>
        </p:nvGrpSpPr>
        <p:grpSpPr>
          <a:xfrm>
            <a:off x="432000" y="900000"/>
            <a:ext cx="6696000" cy="2340000"/>
            <a:chOff x="432000" y="900000"/>
            <a:chExt cx="6696000" cy="2340000"/>
          </a:xfrm>
        </p:grpSpPr>
        <p:sp>
          <p:nvSpPr>
            <p:cNvPr id="7" name="TextBox 6"/>
            <p:cNvSpPr txBox="1"/>
            <p:nvPr/>
          </p:nvSpPr>
          <p:spPr>
            <a:xfrm>
              <a:off x="432000" y="900000"/>
              <a:ext cx="540000" cy="468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2200" b="1">
                  <a:solidFill>
                    <a:srgbClr val="DEE2E9"/>
                  </a:solidFill>
                  <a:latin typeface="맑은 고딕"/>
                </a:rPr>
                <a:t>01</a:t>
              </a:r>
            </a:p>
          </p:txBody>
        </p:sp>
        <p:sp>
          <p:nvSpPr>
            <p:cNvPr id="8" name="PHOTO_1"/>
            <p:cNvSpPr/>
            <p:nvPr/>
          </p:nvSpPr>
          <p:spPr>
            <a:xfrm>
              <a:off x="972000" y="936000"/>
              <a:ext cx="1656000" cy="2124000"/>
            </a:xfrm>
            <a:prstGeom prst="rect">
              <a:avLst/>
            </a:prstGeom>
            <a:solidFill>
              <a:srgbClr val="F1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880000" y="972000"/>
              <a:ext cx="4248000" cy="324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500" b="1">
                  <a:solidFill>
                    <a:srgbClr val="122242"/>
                  </a:solidFill>
                  <a:latin typeface="맑은 고딕"/>
                </a:rPr>
                <a:t>{{STEP_1}}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880000" y="1332000"/>
              <a:ext cx="4248000" cy="1800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100" b="0">
                  <a:solidFill>
                    <a:srgbClr val="373C46"/>
                  </a:solidFill>
                  <a:latin typeface="맑은 고딕"/>
                </a:rPr>
                <a:t>{{STEP_DESC_1}}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04000" y="3060000"/>
              <a:ext cx="396000" cy="1800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sz="1200" b="1">
                  <a:solidFill>
                    <a:srgbClr val="B08D57"/>
                  </a:solidFill>
                  <a:latin typeface="맑은 고딕"/>
                </a:rPr>
                <a:t>↓</a:t>
              </a:r>
            </a:p>
          </p:txBody>
        </p:sp>
      </p:grpSp>
      <p:grpSp>
        <p:nvGrpSpPr>
          <p:cNvPr id="18" name="GROUP_STEP_2"/>
          <p:cNvGrpSpPr/>
          <p:nvPr/>
        </p:nvGrpSpPr>
        <p:grpSpPr>
          <a:xfrm>
            <a:off x="432000" y="3240000"/>
            <a:ext cx="6696000" cy="2340000"/>
            <a:chOff x="432000" y="3240000"/>
            <a:chExt cx="6696000" cy="2340000"/>
          </a:xfrm>
        </p:grpSpPr>
        <p:sp>
          <p:nvSpPr>
            <p:cNvPr id="13" name="TextBox 12"/>
            <p:cNvSpPr txBox="1"/>
            <p:nvPr/>
          </p:nvSpPr>
          <p:spPr>
            <a:xfrm>
              <a:off x="432000" y="3240000"/>
              <a:ext cx="540000" cy="468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2200" b="1">
                  <a:solidFill>
                    <a:srgbClr val="DEE2E9"/>
                  </a:solidFill>
                  <a:latin typeface="맑은 고딕"/>
                </a:rPr>
                <a:t>02</a:t>
              </a:r>
            </a:p>
          </p:txBody>
        </p:sp>
        <p:sp>
          <p:nvSpPr>
            <p:cNvPr id="14" name="PHOTO_2"/>
            <p:cNvSpPr/>
            <p:nvPr/>
          </p:nvSpPr>
          <p:spPr>
            <a:xfrm>
              <a:off x="972000" y="3276000"/>
              <a:ext cx="1656000" cy="2124000"/>
            </a:xfrm>
            <a:prstGeom prst="rect">
              <a:avLst/>
            </a:prstGeom>
            <a:solidFill>
              <a:srgbClr val="F1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880000" y="3312000"/>
              <a:ext cx="4248000" cy="324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500" b="1">
                  <a:solidFill>
                    <a:srgbClr val="122242"/>
                  </a:solidFill>
                  <a:latin typeface="맑은 고딕"/>
                </a:rPr>
                <a:t>{{STEP_2}}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880000" y="3672000"/>
              <a:ext cx="4248000" cy="1800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100" b="0">
                  <a:solidFill>
                    <a:srgbClr val="373C46"/>
                  </a:solidFill>
                  <a:latin typeface="맑은 고딕"/>
                </a:rPr>
                <a:t>{{STEP_DESC_2}}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04000" y="5400000"/>
              <a:ext cx="396000" cy="1800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sz="1200" b="1">
                  <a:solidFill>
                    <a:srgbClr val="B08D57"/>
                  </a:solidFill>
                  <a:latin typeface="맑은 고딕"/>
                </a:rPr>
                <a:t>↓</a:t>
              </a:r>
            </a:p>
          </p:txBody>
        </p:sp>
      </p:grpSp>
      <p:grpSp>
        <p:nvGrpSpPr>
          <p:cNvPr id="24" name="GROUP_STEP_3"/>
          <p:cNvGrpSpPr/>
          <p:nvPr/>
        </p:nvGrpSpPr>
        <p:grpSpPr>
          <a:xfrm>
            <a:off x="432000" y="5580000"/>
            <a:ext cx="6696000" cy="2340000"/>
            <a:chOff x="432000" y="5580000"/>
            <a:chExt cx="6696000" cy="2340000"/>
          </a:xfrm>
        </p:grpSpPr>
        <p:sp>
          <p:nvSpPr>
            <p:cNvPr id="19" name="TextBox 18"/>
            <p:cNvSpPr txBox="1"/>
            <p:nvPr/>
          </p:nvSpPr>
          <p:spPr>
            <a:xfrm>
              <a:off x="432000" y="5580000"/>
              <a:ext cx="540000" cy="468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2200" b="1">
                  <a:solidFill>
                    <a:srgbClr val="DEE2E9"/>
                  </a:solidFill>
                  <a:latin typeface="맑은 고딕"/>
                </a:rPr>
                <a:t>03</a:t>
              </a:r>
            </a:p>
          </p:txBody>
        </p:sp>
        <p:sp>
          <p:nvSpPr>
            <p:cNvPr id="20" name="PHOTO_3"/>
            <p:cNvSpPr/>
            <p:nvPr/>
          </p:nvSpPr>
          <p:spPr>
            <a:xfrm>
              <a:off x="972000" y="5616000"/>
              <a:ext cx="1656000" cy="2124000"/>
            </a:xfrm>
            <a:prstGeom prst="rect">
              <a:avLst/>
            </a:prstGeom>
            <a:solidFill>
              <a:srgbClr val="F1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880000" y="5652000"/>
              <a:ext cx="4248000" cy="324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500" b="1">
                  <a:solidFill>
                    <a:srgbClr val="122242"/>
                  </a:solidFill>
                  <a:latin typeface="맑은 고딕"/>
                </a:rPr>
                <a:t>{{STEP_3}}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880000" y="6012000"/>
              <a:ext cx="4248000" cy="1800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100" b="0">
                  <a:solidFill>
                    <a:srgbClr val="373C46"/>
                  </a:solidFill>
                  <a:latin typeface="맑은 고딕"/>
                </a:rPr>
                <a:t>{{STEP_DESC_3}}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04000" y="7740000"/>
              <a:ext cx="396000" cy="1800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sz="1200" b="1">
                  <a:solidFill>
                    <a:srgbClr val="B08D57"/>
                  </a:solidFill>
                  <a:latin typeface="맑은 고딕"/>
                </a:rPr>
                <a:t>↓</a:t>
              </a:r>
            </a:p>
          </p:txBody>
        </p:sp>
      </p:grpSp>
      <p:grpSp>
        <p:nvGrpSpPr>
          <p:cNvPr id="29" name="GROUP_STEP_4"/>
          <p:cNvGrpSpPr/>
          <p:nvPr/>
        </p:nvGrpSpPr>
        <p:grpSpPr>
          <a:xfrm>
            <a:off x="432000" y="7920000"/>
            <a:ext cx="6696000" cy="2232000"/>
            <a:chOff x="432000" y="7920000"/>
            <a:chExt cx="6696000" cy="2232000"/>
          </a:xfrm>
        </p:grpSpPr>
        <p:sp>
          <p:nvSpPr>
            <p:cNvPr id="25" name="TextBox 24"/>
            <p:cNvSpPr txBox="1"/>
            <p:nvPr/>
          </p:nvSpPr>
          <p:spPr>
            <a:xfrm>
              <a:off x="432000" y="7920000"/>
              <a:ext cx="540000" cy="468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2200" b="1">
                  <a:solidFill>
                    <a:srgbClr val="DEE2E9"/>
                  </a:solidFill>
                  <a:latin typeface="맑은 고딕"/>
                </a:rPr>
                <a:t>04</a:t>
              </a:r>
            </a:p>
          </p:txBody>
        </p:sp>
        <p:sp>
          <p:nvSpPr>
            <p:cNvPr id="26" name="PHOTO_4"/>
            <p:cNvSpPr/>
            <p:nvPr/>
          </p:nvSpPr>
          <p:spPr>
            <a:xfrm>
              <a:off x="972000" y="7956000"/>
              <a:ext cx="1656000" cy="2124000"/>
            </a:xfrm>
            <a:prstGeom prst="rect">
              <a:avLst/>
            </a:prstGeom>
            <a:solidFill>
              <a:srgbClr val="F1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880000" y="7992000"/>
              <a:ext cx="4248000" cy="324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500" b="1">
                  <a:solidFill>
                    <a:srgbClr val="122242"/>
                  </a:solidFill>
                  <a:latin typeface="맑은 고딕"/>
                </a:rPr>
                <a:t>{{STEP_4}}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880000" y="8352000"/>
              <a:ext cx="4248000" cy="1800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100" b="0">
                  <a:solidFill>
                    <a:srgbClr val="373C46"/>
                  </a:solidFill>
                  <a:latin typeface="맑은 고딕"/>
                </a:rPr>
                <a:t>{{STEP_DESC_4}}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
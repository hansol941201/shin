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720000"/>
          </a:xfrm>
          <a:prstGeom prst="rect">
            <a:avLst/>
          </a:prstGeom>
          <a:solidFill>
            <a:srgbClr val="122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20000"/>
            <a:ext cx="7560000" cy="279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26000"/>
            <a:ext cx="6696000" cy="4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0" y="10260000"/>
            <a:ext cx="72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969BA5"/>
                </a:solidFill>
                <a:latin typeface="맑은 고딕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15600" y="1188000"/>
            <a:ext cx="28800" cy="8856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GROUP_STEP_1"/>
          <p:cNvGrpSpPr/>
          <p:nvPr/>
        </p:nvGrpSpPr>
        <p:grpSpPr>
          <a:xfrm>
            <a:off x="432000" y="1008000"/>
            <a:ext cx="6696000" cy="2214000"/>
            <a:chOff x="432000" y="1008000"/>
            <a:chExt cx="6696000" cy="2214000"/>
          </a:xfrm>
        </p:grpSpPr>
        <p:sp>
          <p:nvSpPr>
            <p:cNvPr id="7" name="Rectangle 6"/>
            <p:cNvSpPr/>
            <p:nvPr/>
          </p:nvSpPr>
          <p:spPr>
            <a:xfrm>
              <a:off x="432000" y="10440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32000" y="10440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1</a:t>
              </a:r>
            </a:p>
          </p:txBody>
        </p:sp>
        <p:sp>
          <p:nvSpPr>
            <p:cNvPr id="9" name="PHOTO_1"/>
            <p:cNvSpPr/>
            <p:nvPr/>
          </p:nvSpPr>
          <p:spPr>
            <a:xfrm>
              <a:off x="1008000" y="1008000"/>
              <a:ext cx="2088000" cy="210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312000" y="10440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{{STEP_1}}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312000" y="1404000"/>
              <a:ext cx="3816000" cy="181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{{STEP_DESC_1}}</a:t>
              </a:r>
            </a:p>
          </p:txBody>
        </p:sp>
      </p:grpSp>
      <p:grpSp>
        <p:nvGrpSpPr>
          <p:cNvPr id="18" name="GROUP_STEP_2"/>
          <p:cNvGrpSpPr/>
          <p:nvPr/>
        </p:nvGrpSpPr>
        <p:grpSpPr>
          <a:xfrm>
            <a:off x="432000" y="3330000"/>
            <a:ext cx="6696000" cy="2214000"/>
            <a:chOff x="432000" y="3330000"/>
            <a:chExt cx="6696000" cy="2214000"/>
          </a:xfrm>
        </p:grpSpPr>
        <p:sp>
          <p:nvSpPr>
            <p:cNvPr id="13" name="Rectangle 12"/>
            <p:cNvSpPr/>
            <p:nvPr/>
          </p:nvSpPr>
          <p:spPr>
            <a:xfrm>
              <a:off x="432000" y="33660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32000" y="33660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2</a:t>
              </a:r>
            </a:p>
          </p:txBody>
        </p:sp>
        <p:sp>
          <p:nvSpPr>
            <p:cNvPr id="15" name="PHOTO_2"/>
            <p:cNvSpPr/>
            <p:nvPr/>
          </p:nvSpPr>
          <p:spPr>
            <a:xfrm>
              <a:off x="1008000" y="3330000"/>
              <a:ext cx="2088000" cy="210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12000" y="33660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{{STEP_2}}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12000" y="3726000"/>
              <a:ext cx="3816000" cy="181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{{STEP_DESC_2}}</a:t>
              </a:r>
            </a:p>
          </p:txBody>
        </p:sp>
      </p:grpSp>
      <p:grpSp>
        <p:nvGrpSpPr>
          <p:cNvPr id="24" name="GROUP_STEP_3"/>
          <p:cNvGrpSpPr/>
          <p:nvPr/>
        </p:nvGrpSpPr>
        <p:grpSpPr>
          <a:xfrm>
            <a:off x="432000" y="5652000"/>
            <a:ext cx="6696000" cy="2214000"/>
            <a:chOff x="432000" y="5652000"/>
            <a:chExt cx="6696000" cy="2214000"/>
          </a:xfrm>
        </p:grpSpPr>
        <p:sp>
          <p:nvSpPr>
            <p:cNvPr id="19" name="Rectangle 18"/>
            <p:cNvSpPr/>
            <p:nvPr/>
          </p:nvSpPr>
          <p:spPr>
            <a:xfrm>
              <a:off x="432000" y="56880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32000" y="56880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3</a:t>
              </a:r>
            </a:p>
          </p:txBody>
        </p:sp>
        <p:sp>
          <p:nvSpPr>
            <p:cNvPr id="21" name="PHOTO_3"/>
            <p:cNvSpPr/>
            <p:nvPr/>
          </p:nvSpPr>
          <p:spPr>
            <a:xfrm>
              <a:off x="1008000" y="5652000"/>
              <a:ext cx="2088000" cy="210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312000" y="56880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{{STEP_3}}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312000" y="6048000"/>
              <a:ext cx="3816000" cy="181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{{STEP_DESC_3}}</a:t>
              </a:r>
            </a:p>
          </p:txBody>
        </p:sp>
      </p:grpSp>
      <p:grpSp>
        <p:nvGrpSpPr>
          <p:cNvPr id="30" name="GROUP_STEP_4"/>
          <p:cNvGrpSpPr/>
          <p:nvPr/>
        </p:nvGrpSpPr>
        <p:grpSpPr>
          <a:xfrm>
            <a:off x="432000" y="7974000"/>
            <a:ext cx="6696000" cy="2214000"/>
            <a:chOff x="432000" y="7974000"/>
            <a:chExt cx="6696000" cy="2214000"/>
          </a:xfrm>
        </p:grpSpPr>
        <p:sp>
          <p:nvSpPr>
            <p:cNvPr id="25" name="Rectangle 24"/>
            <p:cNvSpPr/>
            <p:nvPr/>
          </p:nvSpPr>
          <p:spPr>
            <a:xfrm>
              <a:off x="432000" y="8010000"/>
              <a:ext cx="396000" cy="396000"/>
            </a:xfrm>
            <a:prstGeom prst="rect">
              <a:avLst/>
            </a:prstGeom>
            <a:solidFill>
              <a:srgbClr val="12224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32000" y="8010000"/>
              <a:ext cx="396000" cy="3960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300" b="1">
                  <a:solidFill>
                    <a:srgbClr val="FFFFFF"/>
                  </a:solidFill>
                  <a:latin typeface="맑은 고딕"/>
                </a:rPr>
                <a:t>4</a:t>
              </a:r>
            </a:p>
          </p:txBody>
        </p:sp>
        <p:sp>
          <p:nvSpPr>
            <p:cNvPr id="27" name="PHOTO_4"/>
            <p:cNvSpPr/>
            <p:nvPr/>
          </p:nvSpPr>
          <p:spPr>
            <a:xfrm>
              <a:off x="1008000" y="7974000"/>
              <a:ext cx="2088000" cy="210600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312000" y="8010000"/>
              <a:ext cx="3816000" cy="324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500" b="1">
                  <a:solidFill>
                    <a:srgbClr val="122242"/>
                  </a:solidFill>
                  <a:latin typeface="맑은 고딕"/>
                </a:rPr>
                <a:t>{{STEP_4}}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312000" y="8370000"/>
              <a:ext cx="3816000" cy="1818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{{STEP_DESC_4}}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
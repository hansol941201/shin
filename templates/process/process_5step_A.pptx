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720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7560000" cy="279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26000"/>
            <a:ext cx="6696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10260000"/>
            <a:ext cx="7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69BA5"/>
                </a:solidFill>
                <a:latin typeface="맑은 고딕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600" y="1188000"/>
            <a:ext cx="28800" cy="8856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GROUP_STEP_1"/>
          <p:cNvGrpSpPr/>
          <p:nvPr/>
        </p:nvGrpSpPr>
        <p:grpSpPr>
          <a:xfrm>
            <a:off x="432000" y="1008000"/>
            <a:ext cx="6696000" cy="1749600"/>
            <a:chOff x="432000" y="1008000"/>
            <a:chExt cx="6696000" cy="1749600"/>
          </a:xfrm>
        </p:grpSpPr>
        <p:sp>
          <p:nvSpPr>
            <p:cNvPr id="7" name="Rectangle 6"/>
            <p:cNvSpPr/>
            <p:nvPr/>
          </p:nvSpPr>
          <p:spPr>
            <a:xfrm>
              <a:off x="432000" y="10440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" y="10440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1</a:t>
              </a:r>
            </a:p>
          </p:txBody>
        </p:sp>
        <p:sp>
          <p:nvSpPr>
            <p:cNvPr id="9" name="PHOTO_1"/>
            <p:cNvSpPr/>
            <p:nvPr/>
          </p:nvSpPr>
          <p:spPr>
            <a:xfrm>
              <a:off x="1008000" y="1008000"/>
              <a:ext cx="2088000" cy="16416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12000" y="10440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312000" y="1404000"/>
              <a:ext cx="3816000" cy="13536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</p:grpSp>
      <p:grpSp>
        <p:nvGrpSpPr>
          <p:cNvPr id="18" name="GROUP_STEP_2"/>
          <p:cNvGrpSpPr/>
          <p:nvPr/>
        </p:nvGrpSpPr>
        <p:grpSpPr>
          <a:xfrm>
            <a:off x="432000" y="2865600"/>
            <a:ext cx="6696000" cy="1749600"/>
            <a:chOff x="432000" y="2865600"/>
            <a:chExt cx="6696000" cy="1749600"/>
          </a:xfrm>
        </p:grpSpPr>
        <p:sp>
          <p:nvSpPr>
            <p:cNvPr id="13" name="Rectangle 12"/>
            <p:cNvSpPr/>
            <p:nvPr/>
          </p:nvSpPr>
          <p:spPr>
            <a:xfrm>
              <a:off x="432000" y="29016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2000" y="29016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2</a:t>
              </a:r>
            </a:p>
          </p:txBody>
        </p:sp>
        <p:sp>
          <p:nvSpPr>
            <p:cNvPr id="15" name="PHOTO_2"/>
            <p:cNvSpPr/>
            <p:nvPr/>
          </p:nvSpPr>
          <p:spPr>
            <a:xfrm>
              <a:off x="1008000" y="2865600"/>
              <a:ext cx="2088000" cy="16416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12000" y="29016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12000" y="3261600"/>
              <a:ext cx="3816000" cy="13536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</p:grpSp>
      <p:grpSp>
        <p:nvGrpSpPr>
          <p:cNvPr id="24" name="GROUP_STEP_3"/>
          <p:cNvGrpSpPr/>
          <p:nvPr/>
        </p:nvGrpSpPr>
        <p:grpSpPr>
          <a:xfrm>
            <a:off x="432000" y="4723200"/>
            <a:ext cx="6696000" cy="1749600"/>
            <a:chOff x="432000" y="4723200"/>
            <a:chExt cx="6696000" cy="1749600"/>
          </a:xfrm>
        </p:grpSpPr>
        <p:sp>
          <p:nvSpPr>
            <p:cNvPr id="19" name="Rectangle 18"/>
            <p:cNvSpPr/>
            <p:nvPr/>
          </p:nvSpPr>
          <p:spPr>
            <a:xfrm>
              <a:off x="432000" y="47592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" y="47592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3</a:t>
              </a:r>
            </a:p>
          </p:txBody>
        </p:sp>
        <p:sp>
          <p:nvSpPr>
            <p:cNvPr id="21" name="PHOTO_3"/>
            <p:cNvSpPr/>
            <p:nvPr/>
          </p:nvSpPr>
          <p:spPr>
            <a:xfrm>
              <a:off x="1008000" y="4723200"/>
              <a:ext cx="2088000" cy="16416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12000" y="47592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312000" y="5119200"/>
              <a:ext cx="3816000" cy="13536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</p:grpSp>
      <p:grpSp>
        <p:nvGrpSpPr>
          <p:cNvPr id="30" name="GROUP_STEP_4"/>
          <p:cNvGrpSpPr/>
          <p:nvPr/>
        </p:nvGrpSpPr>
        <p:grpSpPr>
          <a:xfrm>
            <a:off x="432000" y="6580800"/>
            <a:ext cx="6696000" cy="1749600"/>
            <a:chOff x="432000" y="6580800"/>
            <a:chExt cx="6696000" cy="1749600"/>
          </a:xfrm>
        </p:grpSpPr>
        <p:sp>
          <p:nvSpPr>
            <p:cNvPr id="25" name="Rectangle 24"/>
            <p:cNvSpPr/>
            <p:nvPr/>
          </p:nvSpPr>
          <p:spPr>
            <a:xfrm>
              <a:off x="432000" y="66168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32000" y="66168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4</a:t>
              </a:r>
            </a:p>
          </p:txBody>
        </p:sp>
        <p:sp>
          <p:nvSpPr>
            <p:cNvPr id="27" name="PHOTO_4"/>
            <p:cNvSpPr/>
            <p:nvPr/>
          </p:nvSpPr>
          <p:spPr>
            <a:xfrm>
              <a:off x="1008000" y="6580800"/>
              <a:ext cx="2088000" cy="16416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312000" y="66168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{{STEP_4}}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12000" y="6976800"/>
              <a:ext cx="3816000" cy="13536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{{STEP_DESC_4}}</a:t>
              </a:r>
            </a:p>
          </p:txBody>
        </p:sp>
      </p:grpSp>
      <p:grpSp>
        <p:nvGrpSpPr>
          <p:cNvPr id="36" name="GROUP_STEP_5"/>
          <p:cNvGrpSpPr/>
          <p:nvPr/>
        </p:nvGrpSpPr>
        <p:grpSpPr>
          <a:xfrm>
            <a:off x="432000" y="8438400"/>
            <a:ext cx="6696000" cy="1749600"/>
            <a:chOff x="432000" y="8438400"/>
            <a:chExt cx="6696000" cy="1749600"/>
          </a:xfrm>
        </p:grpSpPr>
        <p:sp>
          <p:nvSpPr>
            <p:cNvPr id="31" name="Rectangle 30"/>
            <p:cNvSpPr/>
            <p:nvPr/>
          </p:nvSpPr>
          <p:spPr>
            <a:xfrm>
              <a:off x="432000" y="84744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32000" y="84744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5</a:t>
              </a:r>
            </a:p>
          </p:txBody>
        </p:sp>
        <p:sp>
          <p:nvSpPr>
            <p:cNvPr id="33" name="PHOTO_5"/>
            <p:cNvSpPr/>
            <p:nvPr/>
          </p:nvSpPr>
          <p:spPr>
            <a:xfrm>
              <a:off x="1008000" y="8438400"/>
              <a:ext cx="2088000" cy="16416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312000" y="84744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{{STEP_5}}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312000" y="8834400"/>
              <a:ext cx="3816000" cy="13536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{{STEP_DESC_5}}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
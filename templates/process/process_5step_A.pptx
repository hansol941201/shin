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" name="GROUP_STEP_1"/>
          <p:cNvGrpSpPr/>
          <p:nvPr/>
        </p:nvGrpSpPr>
        <p:grpSpPr>
          <a:xfrm>
            <a:off x="432000" y="900000"/>
            <a:ext cx="6696000" cy="1872000"/>
            <a:chOff x="432000" y="900000"/>
            <a:chExt cx="6696000" cy="1872000"/>
          </a:xfrm>
        </p:grpSpPr>
        <p:sp>
          <p:nvSpPr>
            <p:cNvPr id="4" name="TextBox 3"/>
            <p:cNvSpPr txBox="1"/>
            <p:nvPr/>
          </p:nvSpPr>
          <p:spPr>
            <a:xfrm>
              <a:off x="432000" y="900000"/>
              <a:ext cx="540000" cy="46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200" b="1">
                  <a:solidFill>
                    <a:srgbClr val="DEE2E9"/>
                  </a:solidFill>
                  <a:latin typeface="맑은 고딕"/>
                </a:rPr>
                <a:t>01</a:t>
              </a:r>
            </a:p>
          </p:txBody>
        </p:sp>
        <p:sp>
          <p:nvSpPr>
            <p:cNvPr id="5" name="PHOTO_1"/>
            <p:cNvSpPr/>
            <p:nvPr/>
          </p:nvSpPr>
          <p:spPr>
            <a:xfrm>
              <a:off x="972000" y="936000"/>
              <a:ext cx="1656000" cy="1656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880000" y="972000"/>
              <a:ext cx="424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{{STEP_1}}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880000" y="1332000"/>
              <a:ext cx="4248000" cy="133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{{STEP_DESC_1}}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04000" y="2592000"/>
              <a:ext cx="396000" cy="180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00" b="1">
                  <a:solidFill>
                    <a:srgbClr val="B08D57"/>
                  </a:solidFill>
                  <a:latin typeface="맑은 고딕"/>
                </a:rPr>
                <a:t>↓</a:t>
              </a:r>
            </a:p>
          </p:txBody>
        </p:sp>
      </p:grpSp>
      <p:grpSp>
        <p:nvGrpSpPr>
          <p:cNvPr id="15" name="GROUP_STEP_2"/>
          <p:cNvGrpSpPr/>
          <p:nvPr/>
        </p:nvGrpSpPr>
        <p:grpSpPr>
          <a:xfrm>
            <a:off x="432000" y="2772000"/>
            <a:ext cx="6696000" cy="1872000"/>
            <a:chOff x="432000" y="2772000"/>
            <a:chExt cx="6696000" cy="1872000"/>
          </a:xfrm>
        </p:grpSpPr>
        <p:sp>
          <p:nvSpPr>
            <p:cNvPr id="10" name="TextBox 9"/>
            <p:cNvSpPr txBox="1"/>
            <p:nvPr/>
          </p:nvSpPr>
          <p:spPr>
            <a:xfrm>
              <a:off x="432000" y="2772000"/>
              <a:ext cx="540000" cy="46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200" b="1">
                  <a:solidFill>
                    <a:srgbClr val="DEE2E9"/>
                  </a:solidFill>
                  <a:latin typeface="맑은 고딕"/>
                </a:rPr>
                <a:t>02</a:t>
              </a:r>
            </a:p>
          </p:txBody>
        </p:sp>
        <p:sp>
          <p:nvSpPr>
            <p:cNvPr id="11" name="PHOTO_2"/>
            <p:cNvSpPr/>
            <p:nvPr/>
          </p:nvSpPr>
          <p:spPr>
            <a:xfrm>
              <a:off x="972000" y="2808000"/>
              <a:ext cx="1656000" cy="1656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880000" y="2844000"/>
              <a:ext cx="424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{{STEP_2}}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880000" y="3204000"/>
              <a:ext cx="4248000" cy="133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{{STEP_DESC_2}}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04000" y="4464000"/>
              <a:ext cx="396000" cy="180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00" b="1">
                  <a:solidFill>
                    <a:srgbClr val="B08D57"/>
                  </a:solidFill>
                  <a:latin typeface="맑은 고딕"/>
                </a:rPr>
                <a:t>↓</a:t>
              </a:r>
            </a:p>
          </p:txBody>
        </p:sp>
      </p:grpSp>
      <p:grpSp>
        <p:nvGrpSpPr>
          <p:cNvPr id="21" name="GROUP_STEP_3"/>
          <p:cNvGrpSpPr/>
          <p:nvPr/>
        </p:nvGrpSpPr>
        <p:grpSpPr>
          <a:xfrm>
            <a:off x="432000" y="4644000"/>
            <a:ext cx="6696000" cy="1872000"/>
            <a:chOff x="432000" y="4644000"/>
            <a:chExt cx="6696000" cy="1872000"/>
          </a:xfrm>
        </p:grpSpPr>
        <p:sp>
          <p:nvSpPr>
            <p:cNvPr id="16" name="TextBox 15"/>
            <p:cNvSpPr txBox="1"/>
            <p:nvPr/>
          </p:nvSpPr>
          <p:spPr>
            <a:xfrm>
              <a:off x="432000" y="4644000"/>
              <a:ext cx="540000" cy="46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200" b="1">
                  <a:solidFill>
                    <a:srgbClr val="DEE2E9"/>
                  </a:solidFill>
                  <a:latin typeface="맑은 고딕"/>
                </a:rPr>
                <a:t>03</a:t>
              </a:r>
            </a:p>
          </p:txBody>
        </p:sp>
        <p:sp>
          <p:nvSpPr>
            <p:cNvPr id="17" name="PHOTO_3"/>
            <p:cNvSpPr/>
            <p:nvPr/>
          </p:nvSpPr>
          <p:spPr>
            <a:xfrm>
              <a:off x="972000" y="4680000"/>
              <a:ext cx="1656000" cy="1656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880000" y="4716000"/>
              <a:ext cx="424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{{STEP_3}}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880000" y="5076000"/>
              <a:ext cx="4248000" cy="133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{{STEP_DESC_3}}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04000" y="6336000"/>
              <a:ext cx="396000" cy="180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00" b="1">
                  <a:solidFill>
                    <a:srgbClr val="B08D57"/>
                  </a:solidFill>
                  <a:latin typeface="맑은 고딕"/>
                </a:rPr>
                <a:t>↓</a:t>
              </a:r>
            </a:p>
          </p:txBody>
        </p:sp>
      </p:grpSp>
      <p:grpSp>
        <p:nvGrpSpPr>
          <p:cNvPr id="27" name="GROUP_STEP_4"/>
          <p:cNvGrpSpPr/>
          <p:nvPr/>
        </p:nvGrpSpPr>
        <p:grpSpPr>
          <a:xfrm>
            <a:off x="432000" y="6516000"/>
            <a:ext cx="6696000" cy="1872000"/>
            <a:chOff x="432000" y="6516000"/>
            <a:chExt cx="6696000" cy="1872000"/>
          </a:xfrm>
        </p:grpSpPr>
        <p:sp>
          <p:nvSpPr>
            <p:cNvPr id="22" name="TextBox 21"/>
            <p:cNvSpPr txBox="1"/>
            <p:nvPr/>
          </p:nvSpPr>
          <p:spPr>
            <a:xfrm>
              <a:off x="432000" y="6516000"/>
              <a:ext cx="540000" cy="46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200" b="1">
                  <a:solidFill>
                    <a:srgbClr val="DEE2E9"/>
                  </a:solidFill>
                  <a:latin typeface="맑은 고딕"/>
                </a:rPr>
                <a:t>04</a:t>
              </a:r>
            </a:p>
          </p:txBody>
        </p:sp>
        <p:sp>
          <p:nvSpPr>
            <p:cNvPr id="23" name="PHOTO_4"/>
            <p:cNvSpPr/>
            <p:nvPr/>
          </p:nvSpPr>
          <p:spPr>
            <a:xfrm>
              <a:off x="972000" y="6552000"/>
              <a:ext cx="1656000" cy="1656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880000" y="6588000"/>
              <a:ext cx="424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{{STEP_4}}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880000" y="6948000"/>
              <a:ext cx="4248000" cy="133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{{STEP_DESC_4}}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04000" y="8208000"/>
              <a:ext cx="396000" cy="180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00" b="1">
                  <a:solidFill>
                    <a:srgbClr val="B08D57"/>
                  </a:solidFill>
                  <a:latin typeface="맑은 고딕"/>
                </a:rPr>
                <a:t>↓</a:t>
              </a:r>
            </a:p>
          </p:txBody>
        </p:sp>
      </p:grpSp>
      <p:grpSp>
        <p:nvGrpSpPr>
          <p:cNvPr id="32" name="GROUP_STEP_5"/>
          <p:cNvGrpSpPr/>
          <p:nvPr/>
        </p:nvGrpSpPr>
        <p:grpSpPr>
          <a:xfrm>
            <a:off x="432000" y="8388000"/>
            <a:ext cx="6696000" cy="1764000"/>
            <a:chOff x="432000" y="8388000"/>
            <a:chExt cx="6696000" cy="1764000"/>
          </a:xfrm>
        </p:grpSpPr>
        <p:sp>
          <p:nvSpPr>
            <p:cNvPr id="28" name="TextBox 27"/>
            <p:cNvSpPr txBox="1"/>
            <p:nvPr/>
          </p:nvSpPr>
          <p:spPr>
            <a:xfrm>
              <a:off x="432000" y="8388000"/>
              <a:ext cx="540000" cy="46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200" b="1">
                  <a:solidFill>
                    <a:srgbClr val="DEE2E9"/>
                  </a:solidFill>
                  <a:latin typeface="맑은 고딕"/>
                </a:rPr>
                <a:t>05</a:t>
              </a:r>
            </a:p>
          </p:txBody>
        </p:sp>
        <p:sp>
          <p:nvSpPr>
            <p:cNvPr id="29" name="PHOTO_5"/>
            <p:cNvSpPr/>
            <p:nvPr/>
          </p:nvSpPr>
          <p:spPr>
            <a:xfrm>
              <a:off x="972000" y="8424000"/>
              <a:ext cx="1656000" cy="1656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880000" y="8460000"/>
              <a:ext cx="424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{{STEP_5}}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880000" y="8820000"/>
              <a:ext cx="4248000" cy="133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{{STEP_DESC_5}}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
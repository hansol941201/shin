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324000"/>
            <a:ext cx="6696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22242"/>
                </a:solidFill>
                <a:latin typeface="맑은 고딕"/>
              </a:rPr>
              <a:t>{{PAGE_TITLE}}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738000"/>
            <a:ext cx="504000" cy="3048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" name="GROUP_STEP_1"/>
          <p:cNvGrpSpPr/>
          <p:nvPr/>
        </p:nvGrpSpPr>
        <p:grpSpPr>
          <a:xfrm>
            <a:off x="432000" y="900000"/>
            <a:ext cx="1848000" cy="9288000"/>
            <a:chOff x="432000" y="900000"/>
            <a:chExt cx="1848000" cy="9288000"/>
          </a:xfrm>
        </p:grpSpPr>
        <p:sp>
          <p:nvSpPr>
            <p:cNvPr id="4" name="PHOTO_1"/>
            <p:cNvSpPr/>
            <p:nvPr/>
          </p:nvSpPr>
          <p:spPr>
            <a:xfrm>
              <a:off x="432000" y="900000"/>
              <a:ext cx="1848000" cy="393120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432000" y="4903200"/>
              <a:ext cx="576000" cy="432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900" b="1">
                  <a:solidFill>
                    <a:srgbClr val="DEE2E9"/>
                  </a:solidFill>
                  <a:latin typeface="맑은 고딕"/>
                </a:rPr>
                <a:t>01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72000" y="4939200"/>
              <a:ext cx="1308000" cy="324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500" b="1">
                  <a:solidFill>
                    <a:srgbClr val="122242"/>
                  </a:solidFill>
                  <a:latin typeface="맑은 고딕"/>
                </a:rPr>
                <a:t>{{STEP_1}}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72000" y="5263200"/>
              <a:ext cx="1308000" cy="49248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373C46"/>
                  </a:solidFill>
                  <a:latin typeface="맑은 고딕"/>
                </a:rPr>
                <a:t>{{STEP_DESC_1}}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388000" y="2649600"/>
            <a:ext cx="360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B08D57"/>
                </a:solidFill>
                <a:latin typeface="맑은 고딕"/>
              </a:rPr>
              <a:t>→</a:t>
            </a:r>
          </a:p>
        </p:txBody>
      </p:sp>
      <p:grpSp>
        <p:nvGrpSpPr>
          <p:cNvPr id="14" name="GROUP_STEP_2"/>
          <p:cNvGrpSpPr/>
          <p:nvPr/>
        </p:nvGrpSpPr>
        <p:grpSpPr>
          <a:xfrm>
            <a:off x="2856000" y="900000"/>
            <a:ext cx="1848000" cy="9288000"/>
            <a:chOff x="2856000" y="900000"/>
            <a:chExt cx="1848000" cy="9288000"/>
          </a:xfrm>
        </p:grpSpPr>
        <p:sp>
          <p:nvSpPr>
            <p:cNvPr id="10" name="PHOTO_2"/>
            <p:cNvSpPr/>
            <p:nvPr/>
          </p:nvSpPr>
          <p:spPr>
            <a:xfrm>
              <a:off x="2856000" y="900000"/>
              <a:ext cx="1848000" cy="393120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856000" y="4903200"/>
              <a:ext cx="576000" cy="432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900" b="1">
                  <a:solidFill>
                    <a:srgbClr val="DEE2E9"/>
                  </a:solidFill>
                  <a:latin typeface="맑은 고딕"/>
                </a:rPr>
                <a:t>02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396000" y="4939200"/>
              <a:ext cx="1308000" cy="324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500" b="1">
                  <a:solidFill>
                    <a:srgbClr val="122242"/>
                  </a:solidFill>
                  <a:latin typeface="맑은 고딕"/>
                </a:rPr>
                <a:t>{{STEP_2}}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396000" y="5263200"/>
              <a:ext cx="1308000" cy="49248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373C46"/>
                  </a:solidFill>
                  <a:latin typeface="맑은 고딕"/>
                </a:rPr>
                <a:t>{{STEP_DESC_2}}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812000" y="2649600"/>
            <a:ext cx="360000" cy="4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B08D57"/>
                </a:solidFill>
                <a:latin typeface="맑은 고딕"/>
              </a:rPr>
              <a:t>→</a:t>
            </a:r>
          </a:p>
        </p:txBody>
      </p:sp>
      <p:grpSp>
        <p:nvGrpSpPr>
          <p:cNvPr id="20" name="GROUP_STEP_3"/>
          <p:cNvGrpSpPr/>
          <p:nvPr/>
        </p:nvGrpSpPr>
        <p:grpSpPr>
          <a:xfrm>
            <a:off x="5280000" y="900000"/>
            <a:ext cx="1848000" cy="9288000"/>
            <a:chOff x="5280000" y="900000"/>
            <a:chExt cx="1848000" cy="9288000"/>
          </a:xfrm>
        </p:grpSpPr>
        <p:sp>
          <p:nvSpPr>
            <p:cNvPr id="16" name="PHOTO_3"/>
            <p:cNvSpPr/>
            <p:nvPr/>
          </p:nvSpPr>
          <p:spPr>
            <a:xfrm>
              <a:off x="5280000" y="900000"/>
              <a:ext cx="1848000" cy="393120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280000" y="4903200"/>
              <a:ext cx="576000" cy="432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900" b="1">
                  <a:solidFill>
                    <a:srgbClr val="DEE2E9"/>
                  </a:solidFill>
                  <a:latin typeface="맑은 고딕"/>
                </a:rPr>
                <a:t>03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820000" y="4939200"/>
              <a:ext cx="1308000" cy="324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500" b="1">
                  <a:solidFill>
                    <a:srgbClr val="122242"/>
                  </a:solidFill>
                  <a:latin typeface="맑은 고딕"/>
                </a:rPr>
                <a:t>{{STEP_3}}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820000" y="5263200"/>
              <a:ext cx="1308000" cy="49248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373C46"/>
                  </a:solidFill>
                  <a:latin typeface="맑은 고딕"/>
                </a:rPr>
                <a:t>{{STEP_DESC_3}}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
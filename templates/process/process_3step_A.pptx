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0000" y="-3240000"/>
            <a:ext cx="5400000" cy="5400000"/>
          </a:xfrm>
          <a:prstGeom prst="ellipse">
            <a:avLst/>
          </a:prstGeom>
          <a:solidFill>
            <a:srgbClr val="C4B28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GROUP_STEP_1"/>
          <p:cNvGrpSpPr/>
          <p:nvPr/>
        </p:nvGrpSpPr>
        <p:grpSpPr>
          <a:xfrm>
            <a:off x="432000" y="900000"/>
            <a:ext cx="1848000" cy="9288000"/>
            <a:chOff x="432000" y="900000"/>
            <a:chExt cx="1848000" cy="9288000"/>
          </a:xfrm>
        </p:grpSpPr>
        <p:sp>
          <p:nvSpPr>
            <p:cNvPr id="6" name="PHOTO_1"/>
            <p:cNvSpPr/>
            <p:nvPr/>
          </p:nvSpPr>
          <p:spPr>
            <a:xfrm>
              <a:off x="432000" y="900000"/>
              <a:ext cx="1848000" cy="39312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32000" y="49032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2000" y="4939200"/>
              <a:ext cx="130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{{STEP_1}}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72000" y="5263200"/>
              <a:ext cx="1308000" cy="4924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{{STEP_DESC_1}}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388000" y="2649600"/>
            <a:ext cx="360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08D57"/>
                </a:solidFill>
                <a:latin typeface="맑은 고딕"/>
              </a:rPr>
              <a:t>→</a:t>
            </a:r>
          </a:p>
        </p:txBody>
      </p:sp>
      <p:grpSp>
        <p:nvGrpSpPr>
          <p:cNvPr id="16" name="GROUP_STEP_2"/>
          <p:cNvGrpSpPr/>
          <p:nvPr/>
        </p:nvGrpSpPr>
        <p:grpSpPr>
          <a:xfrm>
            <a:off x="2856000" y="900000"/>
            <a:ext cx="1848000" cy="9288000"/>
            <a:chOff x="2856000" y="900000"/>
            <a:chExt cx="1848000" cy="9288000"/>
          </a:xfrm>
        </p:grpSpPr>
        <p:sp>
          <p:nvSpPr>
            <p:cNvPr id="12" name="PHOTO_2"/>
            <p:cNvSpPr/>
            <p:nvPr/>
          </p:nvSpPr>
          <p:spPr>
            <a:xfrm>
              <a:off x="2856000" y="900000"/>
              <a:ext cx="1848000" cy="39312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856000" y="49032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396000" y="4939200"/>
              <a:ext cx="130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{{STEP_2}}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96000" y="5263200"/>
              <a:ext cx="1308000" cy="4924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{{STEP_DESC_2}}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4812000" y="2649600"/>
            <a:ext cx="360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08D57"/>
                </a:solidFill>
                <a:latin typeface="맑은 고딕"/>
              </a:rPr>
              <a:t>→</a:t>
            </a:r>
          </a:p>
        </p:txBody>
      </p:sp>
      <p:grpSp>
        <p:nvGrpSpPr>
          <p:cNvPr id="22" name="GROUP_STEP_3"/>
          <p:cNvGrpSpPr/>
          <p:nvPr/>
        </p:nvGrpSpPr>
        <p:grpSpPr>
          <a:xfrm>
            <a:off x="5280000" y="900000"/>
            <a:ext cx="1848000" cy="9288000"/>
            <a:chOff x="5280000" y="900000"/>
            <a:chExt cx="1848000" cy="9288000"/>
          </a:xfrm>
        </p:grpSpPr>
        <p:sp>
          <p:nvSpPr>
            <p:cNvPr id="18" name="PHOTO_3"/>
            <p:cNvSpPr/>
            <p:nvPr/>
          </p:nvSpPr>
          <p:spPr>
            <a:xfrm>
              <a:off x="5280000" y="900000"/>
              <a:ext cx="1848000" cy="39312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280000" y="49032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820000" y="4939200"/>
              <a:ext cx="130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{{STEP_3}}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820000" y="5263200"/>
              <a:ext cx="1308000" cy="49248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{{STEP_DESC_3}}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
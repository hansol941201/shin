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84000"/>
            <a:ext cx="7560000" cy="108000"/>
          </a:xfrm>
          <a:prstGeom prst="rect">
            <a:avLst/>
          </a:prstGeom>
          <a:solidFill>
            <a:srgbClr val="C4B28C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9500000">
            <a:off x="5256000" y="9036000"/>
            <a:ext cx="1656000" cy="13970"/>
          </a:xfrm>
          <a:prstGeom prst="rect">
            <a:avLst/>
          </a:prstGeom>
          <a:solidFill>
            <a:srgbClr val="C4B28C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324000"/>
            <a:ext cx="6696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22242"/>
                </a:solidFill>
                <a:latin typeface="맑은 고딕"/>
              </a:rPr>
              <a:t>{{PAGE_TITLE}}</a:t>
            </a:r>
          </a:p>
        </p:txBody>
      </p:sp>
      <p:sp>
        <p:nvSpPr>
          <p:cNvPr id="6" name="Rectangle 5"/>
          <p:cNvSpPr/>
          <p:nvPr/>
        </p:nvSpPr>
        <p:spPr>
          <a:xfrm>
            <a:off x="432000" y="738000"/>
            <a:ext cx="504000" cy="3048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2" name="GROUP_STEP_1"/>
          <p:cNvGrpSpPr/>
          <p:nvPr/>
        </p:nvGrpSpPr>
        <p:grpSpPr>
          <a:xfrm>
            <a:off x="432000" y="900000"/>
            <a:ext cx="3510000" cy="2904000"/>
            <a:chOff x="432000" y="900000"/>
            <a:chExt cx="3510000" cy="2904000"/>
          </a:xfrm>
        </p:grpSpPr>
        <p:sp>
          <p:nvSpPr>
            <p:cNvPr id="7" name="PHOTO_1"/>
            <p:cNvSpPr/>
            <p:nvPr/>
          </p:nvSpPr>
          <p:spPr>
            <a:xfrm>
              <a:off x="432000" y="900000"/>
              <a:ext cx="3078000" cy="148800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32000" y="2460000"/>
              <a:ext cx="576000" cy="432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900" b="1">
                  <a:solidFill>
                    <a:srgbClr val="DEE2E9"/>
                  </a:solidFill>
                  <a:latin typeface="맑은 고딕"/>
                </a:rPr>
                <a:t>01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972000" y="2496000"/>
              <a:ext cx="2538000" cy="32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500" b="1">
                  <a:solidFill>
                    <a:srgbClr val="122242"/>
                  </a:solidFill>
                  <a:latin typeface="맑은 고딕"/>
                </a:rPr>
                <a:t>{{STEP_1}}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972000" y="2820000"/>
              <a:ext cx="2538000" cy="98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373C46"/>
                  </a:solidFill>
                  <a:latin typeface="맑은 고딕"/>
                </a:rPr>
                <a:t>{{STEP_DESC_1}}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618000" y="1428000"/>
              <a:ext cx="324000" cy="4320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2000" b="1">
                  <a:solidFill>
                    <a:srgbClr val="B08D57"/>
                  </a:solidFill>
                  <a:latin typeface="맑은 고딕"/>
                </a:rPr>
                <a:t>→</a:t>
              </a:r>
            </a:p>
          </p:txBody>
        </p:sp>
      </p:grpSp>
      <p:grpSp>
        <p:nvGrpSpPr>
          <p:cNvPr id="17" name="GROUP_STEP_2"/>
          <p:cNvGrpSpPr/>
          <p:nvPr/>
        </p:nvGrpSpPr>
        <p:grpSpPr>
          <a:xfrm>
            <a:off x="4050000" y="900000"/>
            <a:ext cx="3078000" cy="2904000"/>
            <a:chOff x="4050000" y="900000"/>
            <a:chExt cx="3078000" cy="2904000"/>
          </a:xfrm>
        </p:grpSpPr>
        <p:sp>
          <p:nvSpPr>
            <p:cNvPr id="13" name="PHOTO_2"/>
            <p:cNvSpPr/>
            <p:nvPr/>
          </p:nvSpPr>
          <p:spPr>
            <a:xfrm>
              <a:off x="4050000" y="900000"/>
              <a:ext cx="3078000" cy="148800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050000" y="2460000"/>
              <a:ext cx="576000" cy="432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900" b="1">
                  <a:solidFill>
                    <a:srgbClr val="DEE2E9"/>
                  </a:solidFill>
                  <a:latin typeface="맑은 고딕"/>
                </a:rPr>
                <a:t>02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590000" y="2496000"/>
              <a:ext cx="2538000" cy="32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500" b="1">
                  <a:solidFill>
                    <a:srgbClr val="122242"/>
                  </a:solidFill>
                  <a:latin typeface="맑은 고딕"/>
                </a:rPr>
                <a:t>{{STEP_2}}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590000" y="2820000"/>
              <a:ext cx="2538000" cy="98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373C46"/>
                  </a:solidFill>
                  <a:latin typeface="맑은 고딕"/>
                </a:rPr>
                <a:t>{{STEP_DESC_2}}</a:t>
              </a:r>
            </a:p>
          </p:txBody>
        </p:sp>
      </p:grpSp>
      <p:grpSp>
        <p:nvGrpSpPr>
          <p:cNvPr id="23" name="GROUP_STEP_3"/>
          <p:cNvGrpSpPr/>
          <p:nvPr/>
        </p:nvGrpSpPr>
        <p:grpSpPr>
          <a:xfrm>
            <a:off x="432000" y="4092000"/>
            <a:ext cx="3510000" cy="2904000"/>
            <a:chOff x="432000" y="4092000"/>
            <a:chExt cx="3510000" cy="2904000"/>
          </a:xfrm>
        </p:grpSpPr>
        <p:sp>
          <p:nvSpPr>
            <p:cNvPr id="18" name="PHOTO_3"/>
            <p:cNvSpPr/>
            <p:nvPr/>
          </p:nvSpPr>
          <p:spPr>
            <a:xfrm>
              <a:off x="432000" y="4092000"/>
              <a:ext cx="3078000" cy="148800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32000" y="5652000"/>
              <a:ext cx="576000" cy="432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900" b="1">
                  <a:solidFill>
                    <a:srgbClr val="DEE2E9"/>
                  </a:solidFill>
                  <a:latin typeface="맑은 고딕"/>
                </a:rPr>
                <a:t>03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72000" y="5688000"/>
              <a:ext cx="2538000" cy="32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500" b="1">
                  <a:solidFill>
                    <a:srgbClr val="122242"/>
                  </a:solidFill>
                  <a:latin typeface="맑은 고딕"/>
                </a:rPr>
                <a:t>{{STEP_3}}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972000" y="6012000"/>
              <a:ext cx="2538000" cy="98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373C46"/>
                  </a:solidFill>
                  <a:latin typeface="맑은 고딕"/>
                </a:rPr>
                <a:t>{{STEP_DESC_3}}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618000" y="4620000"/>
              <a:ext cx="324000" cy="4320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2000" b="1">
                  <a:solidFill>
                    <a:srgbClr val="B08D57"/>
                  </a:solidFill>
                  <a:latin typeface="맑은 고딕"/>
                </a:rPr>
                <a:t>→</a:t>
              </a:r>
            </a:p>
          </p:txBody>
        </p:sp>
      </p:grpSp>
      <p:grpSp>
        <p:nvGrpSpPr>
          <p:cNvPr id="28" name="GROUP_STEP_4"/>
          <p:cNvGrpSpPr/>
          <p:nvPr/>
        </p:nvGrpSpPr>
        <p:grpSpPr>
          <a:xfrm>
            <a:off x="4050000" y="4092000"/>
            <a:ext cx="3078000" cy="2904000"/>
            <a:chOff x="4050000" y="4092000"/>
            <a:chExt cx="3078000" cy="2904000"/>
          </a:xfrm>
        </p:grpSpPr>
        <p:sp>
          <p:nvSpPr>
            <p:cNvPr id="24" name="PHOTO_4"/>
            <p:cNvSpPr/>
            <p:nvPr/>
          </p:nvSpPr>
          <p:spPr>
            <a:xfrm>
              <a:off x="4050000" y="4092000"/>
              <a:ext cx="3078000" cy="148800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4050000" y="5652000"/>
              <a:ext cx="576000" cy="432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900" b="1">
                  <a:solidFill>
                    <a:srgbClr val="DEE2E9"/>
                  </a:solidFill>
                  <a:latin typeface="맑은 고딕"/>
                </a:rPr>
                <a:t>04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590000" y="5688000"/>
              <a:ext cx="2538000" cy="32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500" b="1">
                  <a:solidFill>
                    <a:srgbClr val="122242"/>
                  </a:solidFill>
                  <a:latin typeface="맑은 고딕"/>
                </a:rPr>
                <a:t>{{STEP_4}}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4590000" y="6012000"/>
              <a:ext cx="2538000" cy="98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373C46"/>
                  </a:solidFill>
                  <a:latin typeface="맑은 고딕"/>
                </a:rPr>
                <a:t>{{STEP_DESC_4}}</a:t>
              </a:r>
            </a:p>
          </p:txBody>
        </p:sp>
      </p:grpSp>
      <p:grpSp>
        <p:nvGrpSpPr>
          <p:cNvPr id="34" name="GROUP_STEP_5"/>
          <p:cNvGrpSpPr/>
          <p:nvPr/>
        </p:nvGrpSpPr>
        <p:grpSpPr>
          <a:xfrm>
            <a:off x="432000" y="7284000"/>
            <a:ext cx="3510000" cy="2904000"/>
            <a:chOff x="432000" y="7284000"/>
            <a:chExt cx="3510000" cy="2904000"/>
          </a:xfrm>
        </p:grpSpPr>
        <p:sp>
          <p:nvSpPr>
            <p:cNvPr id="29" name="PHOTO_5"/>
            <p:cNvSpPr/>
            <p:nvPr/>
          </p:nvSpPr>
          <p:spPr>
            <a:xfrm>
              <a:off x="432000" y="7284000"/>
              <a:ext cx="3078000" cy="148800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432000" y="8844000"/>
              <a:ext cx="576000" cy="432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900" b="1">
                  <a:solidFill>
                    <a:srgbClr val="DEE2E9"/>
                  </a:solidFill>
                  <a:latin typeface="맑은 고딕"/>
                </a:rPr>
                <a:t>05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972000" y="8880000"/>
              <a:ext cx="2538000" cy="32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500" b="1">
                  <a:solidFill>
                    <a:srgbClr val="122242"/>
                  </a:solidFill>
                  <a:latin typeface="맑은 고딕"/>
                </a:rPr>
                <a:t>{{STEP_5}}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972000" y="9204000"/>
              <a:ext cx="2538000" cy="98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373C46"/>
                  </a:solidFill>
                  <a:latin typeface="맑은 고딕"/>
                </a:rPr>
                <a:t>{{STEP_DESC_5}}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3618000" y="7812000"/>
              <a:ext cx="324000" cy="4320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2000" b="1">
                  <a:solidFill>
                    <a:srgbClr val="B08D57"/>
                  </a:solidFill>
                  <a:latin typeface="맑은 고딕"/>
                </a:rPr>
                <a:t>→</a:t>
              </a:r>
            </a:p>
          </p:txBody>
        </p:sp>
      </p:grpSp>
      <p:grpSp>
        <p:nvGrpSpPr>
          <p:cNvPr id="39" name="GROUP_STEP_6"/>
          <p:cNvGrpSpPr/>
          <p:nvPr/>
        </p:nvGrpSpPr>
        <p:grpSpPr>
          <a:xfrm>
            <a:off x="4050000" y="7284000"/>
            <a:ext cx="3078000" cy="2904000"/>
            <a:chOff x="4050000" y="7284000"/>
            <a:chExt cx="3078000" cy="2904000"/>
          </a:xfrm>
        </p:grpSpPr>
        <p:sp>
          <p:nvSpPr>
            <p:cNvPr id="35" name="PHOTO_6"/>
            <p:cNvSpPr/>
            <p:nvPr/>
          </p:nvSpPr>
          <p:spPr>
            <a:xfrm>
              <a:off x="4050000" y="7284000"/>
              <a:ext cx="3078000" cy="148800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4050000" y="8844000"/>
              <a:ext cx="576000" cy="432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900" b="1">
                  <a:solidFill>
                    <a:srgbClr val="DEE2E9"/>
                  </a:solidFill>
                  <a:latin typeface="맑은 고딕"/>
                </a:rPr>
                <a:t>06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4590000" y="8880000"/>
              <a:ext cx="2538000" cy="32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500" b="1">
                  <a:solidFill>
                    <a:srgbClr val="122242"/>
                  </a:solidFill>
                  <a:latin typeface="맑은 고딕"/>
                </a:rPr>
                <a:t>{{STEP_6}}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4590000" y="9204000"/>
              <a:ext cx="2538000" cy="98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373C46"/>
                  </a:solidFill>
                  <a:latin typeface="맑은 고딕"/>
                </a:rPr>
                <a:t>{{STEP_DESC_6}}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
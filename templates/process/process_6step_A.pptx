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_STEP_1"/>
          <p:cNvGrpSpPr/>
          <p:nvPr/>
        </p:nvGrpSpPr>
        <p:grpSpPr>
          <a:xfrm>
            <a:off x="432000" y="900000"/>
            <a:ext cx="3510000" cy="2904000"/>
            <a:chOff x="432000" y="900000"/>
            <a:chExt cx="3510000" cy="2904000"/>
          </a:xfrm>
        </p:grpSpPr>
        <p:sp>
          <p:nvSpPr>
            <p:cNvPr id="4" name="PHOTO_1"/>
            <p:cNvSpPr/>
            <p:nvPr/>
          </p:nvSpPr>
          <p:spPr>
            <a:xfrm>
              <a:off x="432000" y="900000"/>
              <a:ext cx="3078000" cy="14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32000" y="24600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2000" y="2496000"/>
              <a:ext cx="253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2000" y="2820000"/>
              <a:ext cx="2538000" cy="98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{{STEP_DESC_1}}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18000" y="1428000"/>
              <a:ext cx="324000" cy="43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→</a:t>
              </a:r>
            </a:p>
          </p:txBody>
        </p:sp>
      </p:grpSp>
      <p:grpSp>
        <p:nvGrpSpPr>
          <p:cNvPr id="14" name="GROUP_STEP_2"/>
          <p:cNvGrpSpPr/>
          <p:nvPr/>
        </p:nvGrpSpPr>
        <p:grpSpPr>
          <a:xfrm>
            <a:off x="4050000" y="900000"/>
            <a:ext cx="3078000" cy="2904000"/>
            <a:chOff x="4050000" y="900000"/>
            <a:chExt cx="3078000" cy="2904000"/>
          </a:xfrm>
        </p:grpSpPr>
        <p:sp>
          <p:nvSpPr>
            <p:cNvPr id="10" name="PHOTO_2"/>
            <p:cNvSpPr/>
            <p:nvPr/>
          </p:nvSpPr>
          <p:spPr>
            <a:xfrm>
              <a:off x="4050000" y="900000"/>
              <a:ext cx="3078000" cy="14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0000" y="24600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90000" y="2496000"/>
              <a:ext cx="253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{{STEP_2}}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90000" y="2820000"/>
              <a:ext cx="2538000" cy="98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{{STEP_DESC_2}}</a:t>
              </a:r>
            </a:p>
          </p:txBody>
        </p:sp>
      </p:grpSp>
      <p:grpSp>
        <p:nvGrpSpPr>
          <p:cNvPr id="20" name="GROUP_STEP_3"/>
          <p:cNvGrpSpPr/>
          <p:nvPr/>
        </p:nvGrpSpPr>
        <p:grpSpPr>
          <a:xfrm>
            <a:off x="432000" y="4092000"/>
            <a:ext cx="3510000" cy="2904000"/>
            <a:chOff x="432000" y="4092000"/>
            <a:chExt cx="3510000" cy="2904000"/>
          </a:xfrm>
        </p:grpSpPr>
        <p:sp>
          <p:nvSpPr>
            <p:cNvPr id="15" name="PHOTO_3"/>
            <p:cNvSpPr/>
            <p:nvPr/>
          </p:nvSpPr>
          <p:spPr>
            <a:xfrm>
              <a:off x="432000" y="4092000"/>
              <a:ext cx="3078000" cy="14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2000" y="56520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72000" y="5688000"/>
              <a:ext cx="253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{{STEP_3}}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2000" y="6012000"/>
              <a:ext cx="2538000" cy="98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{{STEP_DESC_3}}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18000" y="4620000"/>
              <a:ext cx="324000" cy="43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→</a:t>
              </a:r>
            </a:p>
          </p:txBody>
        </p:sp>
      </p:grpSp>
      <p:grpSp>
        <p:nvGrpSpPr>
          <p:cNvPr id="25" name="GROUP_STEP_4"/>
          <p:cNvGrpSpPr/>
          <p:nvPr/>
        </p:nvGrpSpPr>
        <p:grpSpPr>
          <a:xfrm>
            <a:off x="4050000" y="4092000"/>
            <a:ext cx="3078000" cy="2904000"/>
            <a:chOff x="4050000" y="4092000"/>
            <a:chExt cx="3078000" cy="2904000"/>
          </a:xfrm>
        </p:grpSpPr>
        <p:sp>
          <p:nvSpPr>
            <p:cNvPr id="21" name="PHOTO_4"/>
            <p:cNvSpPr/>
            <p:nvPr/>
          </p:nvSpPr>
          <p:spPr>
            <a:xfrm>
              <a:off x="4050000" y="4092000"/>
              <a:ext cx="3078000" cy="14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050000" y="56520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90000" y="5688000"/>
              <a:ext cx="253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{{STEP_4}}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90000" y="6012000"/>
              <a:ext cx="2538000" cy="98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{{STEP_DESC_4}}</a:t>
              </a:r>
            </a:p>
          </p:txBody>
        </p:sp>
      </p:grpSp>
      <p:grpSp>
        <p:nvGrpSpPr>
          <p:cNvPr id="31" name="GROUP_STEP_5"/>
          <p:cNvGrpSpPr/>
          <p:nvPr/>
        </p:nvGrpSpPr>
        <p:grpSpPr>
          <a:xfrm>
            <a:off x="432000" y="7284000"/>
            <a:ext cx="3510000" cy="2904000"/>
            <a:chOff x="432000" y="7284000"/>
            <a:chExt cx="3510000" cy="2904000"/>
          </a:xfrm>
        </p:grpSpPr>
        <p:sp>
          <p:nvSpPr>
            <p:cNvPr id="26" name="PHOTO_5"/>
            <p:cNvSpPr/>
            <p:nvPr/>
          </p:nvSpPr>
          <p:spPr>
            <a:xfrm>
              <a:off x="432000" y="7284000"/>
              <a:ext cx="3078000" cy="14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2000" y="88440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2000" y="8880000"/>
              <a:ext cx="253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{{STEP_5}}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72000" y="9204000"/>
              <a:ext cx="2538000" cy="98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{{STEP_DESC_5}}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18000" y="7812000"/>
              <a:ext cx="324000" cy="43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→</a:t>
              </a:r>
            </a:p>
          </p:txBody>
        </p:sp>
      </p:grpSp>
      <p:grpSp>
        <p:nvGrpSpPr>
          <p:cNvPr id="36" name="GROUP_STEP_6"/>
          <p:cNvGrpSpPr/>
          <p:nvPr/>
        </p:nvGrpSpPr>
        <p:grpSpPr>
          <a:xfrm>
            <a:off x="4050000" y="7284000"/>
            <a:ext cx="3078000" cy="2904000"/>
            <a:chOff x="4050000" y="7284000"/>
            <a:chExt cx="3078000" cy="2904000"/>
          </a:xfrm>
        </p:grpSpPr>
        <p:sp>
          <p:nvSpPr>
            <p:cNvPr id="32" name="PHOTO_6"/>
            <p:cNvSpPr/>
            <p:nvPr/>
          </p:nvSpPr>
          <p:spPr>
            <a:xfrm>
              <a:off x="4050000" y="7284000"/>
              <a:ext cx="3078000" cy="14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050000" y="88440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590000" y="8880000"/>
              <a:ext cx="253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{{STEP_6}}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90000" y="9204000"/>
              <a:ext cx="2538000" cy="98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{{STEP_DESC_6}}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
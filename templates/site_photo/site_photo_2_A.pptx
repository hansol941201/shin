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HOTO_1"/>
          <p:cNvSpPr/>
          <p:nvPr/>
        </p:nvSpPr>
        <p:spPr>
          <a:xfrm>
            <a:off x="432000" y="900000"/>
            <a:ext cx="3276000" cy="8676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OTO_2"/>
          <p:cNvSpPr/>
          <p:nvPr/>
        </p:nvSpPr>
        <p:spPr>
          <a:xfrm>
            <a:off x="3852000" y="900000"/>
            <a:ext cx="3276000" cy="8676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9756000"/>
            <a:ext cx="360000" cy="177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9864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37D"/>
                </a:solidFill>
                <a:latin typeface="맑은 고딕"/>
              </a:rPr>
              <a:t>{{GUIDANCE}}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
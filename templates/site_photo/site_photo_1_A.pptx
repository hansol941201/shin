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24000"/>
            <a:ext cx="669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242"/>
                </a:solidFill>
                <a:latin typeface="맑은 고딕"/>
              </a:rPr>
              <a:t>{{PAGE_TITLE}}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738000"/>
            <a:ext cx="504000" cy="30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HOTO_1"/>
          <p:cNvSpPr/>
          <p:nvPr/>
        </p:nvSpPr>
        <p:spPr>
          <a:xfrm>
            <a:off x="432000" y="900000"/>
            <a:ext cx="6696000" cy="8676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9756000"/>
            <a:ext cx="360000" cy="177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864000"/>
            <a:ext cx="66960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E737D"/>
                </a:solidFill>
                <a:latin typeface="맑은 고딕"/>
              </a:rPr>
              <a:t>{{GUIDANCE}}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
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560000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0000" cy="10692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2000" y="324000"/>
            <a:ext cx="6696000" cy="39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122242"/>
                </a:solidFill>
                <a:latin typeface="맑은 고딕"/>
              </a:rPr>
              <a:t>{{PAGE_TITLE}}</a:t>
            </a:r>
          </a:p>
        </p:txBody>
      </p:sp>
      <p:sp>
        <p:nvSpPr>
          <p:cNvPr id="4" name="Rectangle 3"/>
          <p:cNvSpPr/>
          <p:nvPr/>
        </p:nvSpPr>
        <p:spPr>
          <a:xfrm>
            <a:off x="432000" y="738000"/>
            <a:ext cx="504000" cy="30480"/>
          </a:xfrm>
          <a:prstGeom prst="rect">
            <a:avLst/>
          </a:prstGeom>
          <a:solidFill>
            <a:srgbClr val="B08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HOTO_1"/>
          <p:cNvSpPr/>
          <p:nvPr/>
        </p:nvSpPr>
        <p:spPr>
          <a:xfrm>
            <a:off x="432000" y="900000"/>
            <a:ext cx="6696000" cy="5205600"/>
          </a:xfrm>
          <a:prstGeom prst="rect">
            <a:avLst/>
          </a:prstGeom>
          <a:solidFill>
            <a:srgbClr val="F1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HOTO_2"/>
          <p:cNvSpPr/>
          <p:nvPr/>
        </p:nvSpPr>
        <p:spPr>
          <a:xfrm>
            <a:off x="432000" y="6249600"/>
            <a:ext cx="1566000" cy="3326400"/>
          </a:xfrm>
          <a:prstGeom prst="rect">
            <a:avLst/>
          </a:prstGeom>
          <a:solidFill>
            <a:srgbClr val="F1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HOTO_3"/>
          <p:cNvSpPr/>
          <p:nvPr/>
        </p:nvSpPr>
        <p:spPr>
          <a:xfrm>
            <a:off x="2142000" y="6249600"/>
            <a:ext cx="1566000" cy="3326400"/>
          </a:xfrm>
          <a:prstGeom prst="rect">
            <a:avLst/>
          </a:prstGeom>
          <a:solidFill>
            <a:srgbClr val="F1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PHOTO_4"/>
          <p:cNvSpPr/>
          <p:nvPr/>
        </p:nvSpPr>
        <p:spPr>
          <a:xfrm>
            <a:off x="3852000" y="6249600"/>
            <a:ext cx="1566000" cy="3326400"/>
          </a:xfrm>
          <a:prstGeom prst="rect">
            <a:avLst/>
          </a:prstGeom>
          <a:solidFill>
            <a:srgbClr val="F1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PHOTO_5"/>
          <p:cNvSpPr/>
          <p:nvPr/>
        </p:nvSpPr>
        <p:spPr>
          <a:xfrm>
            <a:off x="5562000" y="6249600"/>
            <a:ext cx="1566000" cy="3326400"/>
          </a:xfrm>
          <a:prstGeom prst="rect">
            <a:avLst/>
          </a:prstGeom>
          <a:solidFill>
            <a:srgbClr val="F1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2000" y="9756000"/>
            <a:ext cx="360000" cy="17780"/>
          </a:xfrm>
          <a:prstGeom prst="rect">
            <a:avLst/>
          </a:prstGeom>
          <a:solidFill>
            <a:srgbClr val="B08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2000" y="9864000"/>
            <a:ext cx="6696000" cy="50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E737D"/>
                </a:solidFill>
                <a:latin typeface="맑은 고딕"/>
              </a:rPr>
              <a:t>{{GUIDANCE}}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
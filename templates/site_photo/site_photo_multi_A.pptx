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OTO_1"/>
          <p:cNvSpPr/>
          <p:nvPr/>
        </p:nvSpPr>
        <p:spPr>
          <a:xfrm>
            <a:off x="432000" y="900000"/>
            <a:ext cx="6696000" cy="52056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HOTO_2"/>
          <p:cNvSpPr/>
          <p:nvPr/>
        </p:nvSpPr>
        <p:spPr>
          <a:xfrm>
            <a:off x="432000" y="6249600"/>
            <a:ext cx="1566000" cy="33264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HOTO_3"/>
          <p:cNvSpPr/>
          <p:nvPr/>
        </p:nvSpPr>
        <p:spPr>
          <a:xfrm>
            <a:off x="2142000" y="6249600"/>
            <a:ext cx="1566000" cy="33264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OTO_4"/>
          <p:cNvSpPr/>
          <p:nvPr/>
        </p:nvSpPr>
        <p:spPr>
          <a:xfrm>
            <a:off x="3852000" y="6249600"/>
            <a:ext cx="1566000" cy="33264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HOTO_5"/>
          <p:cNvSpPr/>
          <p:nvPr/>
        </p:nvSpPr>
        <p:spPr>
          <a:xfrm>
            <a:off x="5562000" y="6249600"/>
            <a:ext cx="1566000" cy="33264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000" y="9756000"/>
            <a:ext cx="360000" cy="177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9864000"/>
            <a:ext cx="6696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37D"/>
                </a:solidFill>
                <a:latin typeface="맑은 고딕"/>
              </a:rPr>
              <a:t>{{GUIDANCE}}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
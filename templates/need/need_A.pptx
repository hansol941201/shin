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HOTO_1"/>
          <p:cNvSpPr/>
          <p:nvPr/>
        </p:nvSpPr>
        <p:spPr>
          <a:xfrm>
            <a:off x="432000" y="900000"/>
            <a:ext cx="6696000" cy="6048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" name="GROUP_POINT_1"/>
          <p:cNvGrpSpPr/>
          <p:nvPr/>
        </p:nvGrpSpPr>
        <p:grpSpPr>
          <a:xfrm>
            <a:off x="432000" y="7308000"/>
            <a:ext cx="6696000" cy="984000"/>
            <a:chOff x="432000" y="7308000"/>
            <a:chExt cx="6696000" cy="984000"/>
          </a:xfrm>
        </p:grpSpPr>
        <p:sp>
          <p:nvSpPr>
            <p:cNvPr id="5" name="TextBox 4"/>
            <p:cNvSpPr txBox="1"/>
            <p:nvPr/>
          </p:nvSpPr>
          <p:spPr>
            <a:xfrm>
              <a:off x="432000" y="7308000"/>
              <a:ext cx="504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>
                  <a:solidFill>
                    <a:srgbClr val="DEE2E9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8000" y="7380000"/>
              <a:ext cx="6120000" cy="84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008000" y="8220000"/>
              <a:ext cx="612000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" name="GROUP_POINT_2"/>
          <p:cNvGrpSpPr/>
          <p:nvPr/>
        </p:nvGrpSpPr>
        <p:grpSpPr>
          <a:xfrm>
            <a:off x="432000" y="8292000"/>
            <a:ext cx="6696000" cy="984000"/>
            <a:chOff x="432000" y="8292000"/>
            <a:chExt cx="6696000" cy="984000"/>
          </a:xfrm>
        </p:grpSpPr>
        <p:sp>
          <p:nvSpPr>
            <p:cNvPr id="9" name="TextBox 8"/>
            <p:cNvSpPr txBox="1"/>
            <p:nvPr/>
          </p:nvSpPr>
          <p:spPr>
            <a:xfrm>
              <a:off x="432000" y="8292000"/>
              <a:ext cx="504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>
                  <a:solidFill>
                    <a:srgbClr val="DEE2E9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08000" y="8364000"/>
              <a:ext cx="6120000" cy="84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008000" y="9204000"/>
              <a:ext cx="612000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_POINT_3"/>
          <p:cNvGrpSpPr/>
          <p:nvPr/>
        </p:nvGrpSpPr>
        <p:grpSpPr>
          <a:xfrm>
            <a:off x="432000" y="9276000"/>
            <a:ext cx="6696000" cy="984000"/>
            <a:chOff x="432000" y="9276000"/>
            <a:chExt cx="6696000" cy="984000"/>
          </a:xfrm>
        </p:grpSpPr>
        <p:sp>
          <p:nvSpPr>
            <p:cNvPr id="13" name="TextBox 12"/>
            <p:cNvSpPr txBox="1"/>
            <p:nvPr/>
          </p:nvSpPr>
          <p:spPr>
            <a:xfrm>
              <a:off x="432000" y="9276000"/>
              <a:ext cx="504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>
                  <a:solidFill>
                    <a:srgbClr val="DEE2E9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8000" y="9348000"/>
              <a:ext cx="6120000" cy="84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>
                  <a:solidFill>
                    <a:srgbClr val="373C46"/>
                  </a:solidFill>
                  <a:latin typeface="맑은 고딕"/>
                </a:rPr>
                <a:t>{{DESC_3}}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
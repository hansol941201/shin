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720000"/>
          </a:xfrm>
          <a:prstGeom prst="rect">
            <a:avLst/>
          </a:prstGeom>
          <a:solidFill>
            <a:srgbClr val="12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7560000" cy="2794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26000"/>
            <a:ext cx="6696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{{PAGE_TITLE}}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10260000"/>
            <a:ext cx="7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69BA5"/>
                </a:solidFill>
                <a:latin typeface="맑은 고딕"/>
              </a:rPr>
              <a:t>02</a:t>
            </a:r>
          </a:p>
        </p:txBody>
      </p:sp>
      <p:sp>
        <p:nvSpPr>
          <p:cNvPr id="6" name="PHOTO_1"/>
          <p:cNvSpPr/>
          <p:nvPr/>
        </p:nvSpPr>
        <p:spPr>
          <a:xfrm>
            <a:off x="432000" y="972000"/>
            <a:ext cx="6696000" cy="4608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HOTO_2"/>
          <p:cNvSpPr/>
          <p:nvPr/>
        </p:nvSpPr>
        <p:spPr>
          <a:xfrm>
            <a:off x="432000" y="5796000"/>
            <a:ext cx="3276000" cy="1296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HOTO_3"/>
          <p:cNvSpPr/>
          <p:nvPr/>
        </p:nvSpPr>
        <p:spPr>
          <a:xfrm>
            <a:off x="3852000" y="5796000"/>
            <a:ext cx="3276000" cy="1296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7308000"/>
            <a:ext cx="6696000" cy="2952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00" y="7560000"/>
            <a:ext cx="108000" cy="1080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000" y="7452000"/>
            <a:ext cx="6156000" cy="9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73C46"/>
                </a:solidFill>
                <a:latin typeface="맑은 고딕"/>
              </a:rPr>
              <a:t>{{DESC_1}}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8544000"/>
            <a:ext cx="108000" cy="1080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00" y="8436000"/>
            <a:ext cx="6156000" cy="9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73C46"/>
                </a:solidFill>
                <a:latin typeface="맑은 고딕"/>
              </a:rPr>
              <a:t>{{DESC_2}}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00" y="9528000"/>
            <a:ext cx="108000" cy="1080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000" y="9420000"/>
            <a:ext cx="6156000" cy="9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73C46"/>
                </a:solidFill>
                <a:latin typeface="맑은 고딕"/>
              </a:rPr>
              <a:t>{{DESC_3}}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
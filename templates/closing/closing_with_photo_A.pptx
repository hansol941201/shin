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OTO_1"/>
          <p:cNvSpPr/>
          <p:nvPr/>
        </p:nvSpPr>
        <p:spPr>
          <a:xfrm>
            <a:off x="0" y="0"/>
            <a:ext cx="7560000" cy="68400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40000"/>
            <a:ext cx="7560000" cy="3852000"/>
          </a:xfrm>
          <a:prstGeom prst="rect">
            <a:avLst/>
          </a:prstGeom>
          <a:solidFill>
            <a:srgbClr val="122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52000" y="7830000"/>
            <a:ext cx="1656000" cy="177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8190000"/>
            <a:ext cx="669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{{PAGE_TITLE}}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8946000"/>
            <a:ext cx="669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CDD2DE"/>
                </a:solidFill>
                <a:latin typeface="맑은 고딕"/>
              </a:rPr>
              <a:t>{{DESC_1}}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9270000"/>
            <a:ext cx="669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CDD2DE"/>
                </a:solidFill>
                <a:latin typeface="맑은 고딕"/>
              </a:rPr>
              <a:t>{{DESC_2}}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
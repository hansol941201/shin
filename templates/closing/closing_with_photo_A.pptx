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OTO_1"/>
          <p:cNvSpPr/>
          <p:nvPr/>
        </p:nvSpPr>
        <p:spPr>
          <a:xfrm>
            <a:off x="0" y="0"/>
            <a:ext cx="7560000" cy="6120000"/>
          </a:xfrm>
          <a:prstGeom prst="rect">
            <a:avLst/>
          </a:prstGeom>
          <a:solidFill>
            <a:srgbClr val="F1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0000"/>
            <a:ext cx="7560000" cy="4572000"/>
          </a:xfrm>
          <a:prstGeom prst="rect">
            <a:avLst/>
          </a:prstGeom>
          <a:solidFill>
            <a:srgbClr val="12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92000" y="7614000"/>
            <a:ext cx="2376000" cy="1905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7902000"/>
            <a:ext cx="6696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FFFFFF"/>
                </a:solidFill>
                <a:latin typeface="맑은 고딕"/>
              </a:rPr>
              <a:t>{{PAGE_TITLE}}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8766000"/>
            <a:ext cx="6696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DCDEE4"/>
                </a:solidFill>
                <a:latin typeface="맑은 고딕"/>
              </a:rPr>
              <a:t>{{DESC_1}}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9090000"/>
            <a:ext cx="6696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DCDEE4"/>
                </a:solidFill>
                <a:latin typeface="맑은 고딕"/>
              </a:rPr>
              <a:t>{{DESC_2}}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
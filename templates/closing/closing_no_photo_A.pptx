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92000" y="4554000"/>
            <a:ext cx="2376000" cy="1905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4842000"/>
            <a:ext cx="669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706000"/>
            <a:ext cx="66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CDEE4"/>
                </a:solidFill>
                <a:latin typeface="맑은 고딕"/>
              </a:rPr>
              <a:t>{{DESC_1}}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030000"/>
            <a:ext cx="66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CDEE4"/>
                </a:solidFill>
                <a:latin typeface="맑은 고딕"/>
              </a:rPr>
              <a:t>{{DESC_2}}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
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22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4410000"/>
            <a:ext cx="1656000" cy="177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4770000"/>
            <a:ext cx="6696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5526000"/>
            <a:ext cx="669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CDD2DE"/>
                </a:solidFill>
                <a:latin typeface="맑은 고딕"/>
              </a:rPr>
              <a:t>{{DESC_1}}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5850000"/>
            <a:ext cx="669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CDD2DE"/>
                </a:solidFill>
                <a:latin typeface="맑은 고딕"/>
              </a:rPr>
              <a:t>{{DESC_2}}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
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GROUP_CARD_1"/>
          <p:cNvGrpSpPr/>
          <p:nvPr/>
        </p:nvGrpSpPr>
        <p:grpSpPr>
          <a:xfrm>
            <a:off x="432000" y="900000"/>
            <a:ext cx="3204000" cy="4536000"/>
            <a:chOff x="432000" y="900000"/>
            <a:chExt cx="3204000" cy="4536000"/>
          </a:xfrm>
        </p:grpSpPr>
        <p:sp>
          <p:nvSpPr>
            <p:cNvPr id="4" name="PHOTO_1"/>
            <p:cNvSpPr/>
            <p:nvPr/>
          </p:nvSpPr>
          <p:spPr>
            <a:xfrm>
              <a:off x="432000" y="900000"/>
              <a:ext cx="3204000" cy="281232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32000" y="3856320"/>
              <a:ext cx="360000" cy="17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2000" y="3964320"/>
              <a:ext cx="32040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B08D57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2000" y="4252320"/>
              <a:ext cx="3204000" cy="11836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{{DESC_1}}</a:t>
              </a:r>
            </a:p>
          </p:txBody>
        </p:sp>
      </p:grpSp>
      <p:grpSp>
        <p:nvGrpSpPr>
          <p:cNvPr id="13" name="GROUP_CARD_2"/>
          <p:cNvGrpSpPr/>
          <p:nvPr/>
        </p:nvGrpSpPr>
        <p:grpSpPr>
          <a:xfrm>
            <a:off x="3924000" y="900000"/>
            <a:ext cx="3204000" cy="4536000"/>
            <a:chOff x="3924000" y="900000"/>
            <a:chExt cx="3204000" cy="4536000"/>
          </a:xfrm>
        </p:grpSpPr>
        <p:sp>
          <p:nvSpPr>
            <p:cNvPr id="9" name="PHOTO_2"/>
            <p:cNvSpPr/>
            <p:nvPr/>
          </p:nvSpPr>
          <p:spPr>
            <a:xfrm>
              <a:off x="3924000" y="900000"/>
              <a:ext cx="3204000" cy="281232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24000" y="3856320"/>
              <a:ext cx="360000" cy="17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24000" y="3964320"/>
              <a:ext cx="32040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B08D57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24000" y="4252320"/>
              <a:ext cx="3204000" cy="11836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{{DESC_2}}</a:t>
              </a:r>
            </a:p>
          </p:txBody>
        </p:sp>
      </p:grpSp>
      <p:grpSp>
        <p:nvGrpSpPr>
          <p:cNvPr id="18" name="GROUP_CARD_3"/>
          <p:cNvGrpSpPr/>
          <p:nvPr/>
        </p:nvGrpSpPr>
        <p:grpSpPr>
          <a:xfrm>
            <a:off x="432000" y="5724000"/>
            <a:ext cx="3204000" cy="4536000"/>
            <a:chOff x="432000" y="5724000"/>
            <a:chExt cx="3204000" cy="4536000"/>
          </a:xfrm>
        </p:grpSpPr>
        <p:sp>
          <p:nvSpPr>
            <p:cNvPr id="14" name="PHOTO_3"/>
            <p:cNvSpPr/>
            <p:nvPr/>
          </p:nvSpPr>
          <p:spPr>
            <a:xfrm>
              <a:off x="432000" y="5724000"/>
              <a:ext cx="3204000" cy="281232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32000" y="8680320"/>
              <a:ext cx="360000" cy="17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2000" y="8788320"/>
              <a:ext cx="32040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B08D57"/>
                  </a:solidFill>
                  <a:latin typeface="맑은 고딕"/>
                </a:rPr>
                <a:t>{{TITLE_3}}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2000" y="9076320"/>
              <a:ext cx="3204000" cy="11836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{{DESC_3}}</a:t>
              </a:r>
            </a:p>
          </p:txBody>
        </p:sp>
      </p:grpSp>
      <p:grpSp>
        <p:nvGrpSpPr>
          <p:cNvPr id="23" name="GROUP_CARD_4"/>
          <p:cNvGrpSpPr/>
          <p:nvPr/>
        </p:nvGrpSpPr>
        <p:grpSpPr>
          <a:xfrm>
            <a:off x="3924000" y="5724000"/>
            <a:ext cx="3204000" cy="4536000"/>
            <a:chOff x="3924000" y="5724000"/>
            <a:chExt cx="3204000" cy="4536000"/>
          </a:xfrm>
        </p:grpSpPr>
        <p:sp>
          <p:nvSpPr>
            <p:cNvPr id="19" name="PHOTO_4"/>
            <p:cNvSpPr/>
            <p:nvPr/>
          </p:nvSpPr>
          <p:spPr>
            <a:xfrm>
              <a:off x="3924000" y="5724000"/>
              <a:ext cx="3204000" cy="281232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924000" y="8680320"/>
              <a:ext cx="360000" cy="17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24000" y="8788320"/>
              <a:ext cx="32040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B08D57"/>
                  </a:solidFill>
                  <a:latin typeface="맑은 고딕"/>
                </a:rPr>
                <a:t>{{TITLE_4}}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24000" y="9076320"/>
              <a:ext cx="3204000" cy="11836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{{DESC_4}}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
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680000" y="8172000"/>
            <a:ext cx="7560000" cy="7560000"/>
          </a:xfrm>
          <a:prstGeom prst="ellipse">
            <a:avLst/>
          </a:prstGeom>
          <a:solidFill>
            <a:srgbClr val="C4B28C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GROUP_CARD_1"/>
          <p:cNvGrpSpPr/>
          <p:nvPr/>
        </p:nvGrpSpPr>
        <p:grpSpPr>
          <a:xfrm>
            <a:off x="432000" y="900000"/>
            <a:ext cx="2088000" cy="7776000"/>
            <a:chOff x="432000" y="900000"/>
            <a:chExt cx="2088000" cy="7776000"/>
          </a:xfrm>
        </p:grpSpPr>
        <p:sp>
          <p:nvSpPr>
            <p:cNvPr id="6" name="PHOTO_1"/>
            <p:cNvSpPr/>
            <p:nvPr/>
          </p:nvSpPr>
          <p:spPr>
            <a:xfrm>
              <a:off x="432000" y="900000"/>
              <a:ext cx="2088000" cy="540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32000" y="651600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000" y="6660000"/>
              <a:ext cx="208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2000" y="7020000"/>
              <a:ext cx="2088000" cy="165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5" name="GROUP_CARD_2"/>
          <p:cNvGrpSpPr/>
          <p:nvPr/>
        </p:nvGrpSpPr>
        <p:grpSpPr>
          <a:xfrm>
            <a:off x="2736000" y="900000"/>
            <a:ext cx="2088000" cy="7776000"/>
            <a:chOff x="2736000" y="900000"/>
            <a:chExt cx="2088000" cy="7776000"/>
          </a:xfrm>
        </p:grpSpPr>
        <p:sp>
          <p:nvSpPr>
            <p:cNvPr id="11" name="PHOTO_2"/>
            <p:cNvSpPr/>
            <p:nvPr/>
          </p:nvSpPr>
          <p:spPr>
            <a:xfrm>
              <a:off x="2736000" y="900000"/>
              <a:ext cx="2088000" cy="540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36000" y="651600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736000" y="6660000"/>
              <a:ext cx="208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736000" y="7020000"/>
              <a:ext cx="2088000" cy="165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</p:grpSp>
      <p:grpSp>
        <p:nvGrpSpPr>
          <p:cNvPr id="20" name="GROUP_CARD_3"/>
          <p:cNvGrpSpPr/>
          <p:nvPr/>
        </p:nvGrpSpPr>
        <p:grpSpPr>
          <a:xfrm>
            <a:off x="5040000" y="900000"/>
            <a:ext cx="2088000" cy="7776000"/>
            <a:chOff x="5040000" y="900000"/>
            <a:chExt cx="2088000" cy="7776000"/>
          </a:xfrm>
        </p:grpSpPr>
        <p:sp>
          <p:nvSpPr>
            <p:cNvPr id="16" name="PHOTO_3"/>
            <p:cNvSpPr/>
            <p:nvPr/>
          </p:nvSpPr>
          <p:spPr>
            <a:xfrm>
              <a:off x="5040000" y="900000"/>
              <a:ext cx="2088000" cy="540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040000" y="651600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040000" y="6660000"/>
              <a:ext cx="208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{{TITLE_3}}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40000" y="7020000"/>
              <a:ext cx="2088000" cy="165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
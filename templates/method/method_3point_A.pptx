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20000"/>
          </a:xfrm>
          <a:prstGeom prst="rect">
            <a:avLst/>
          </a:prstGeom>
          <a:solidFill>
            <a:srgbClr val="12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7560000" cy="279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26000"/>
            <a:ext cx="669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{{PAGE_TITLE}}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10260000"/>
            <a:ext cx="7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69BA5"/>
                </a:solidFill>
                <a:latin typeface="맑은 고딕"/>
              </a:rPr>
              <a:t>02</a:t>
            </a:r>
          </a:p>
        </p:txBody>
      </p:sp>
      <p:sp>
        <p:nvSpPr>
          <p:cNvPr id="6" name="PHOTO_1"/>
          <p:cNvSpPr/>
          <p:nvPr/>
        </p:nvSpPr>
        <p:spPr>
          <a:xfrm>
            <a:off x="432000" y="972000"/>
            <a:ext cx="3682800" cy="7092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0800" y="972000"/>
            <a:ext cx="2797200" cy="7092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6800" y="1188000"/>
            <a:ext cx="23652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22242"/>
                </a:solidFill>
                <a:latin typeface="맑은 고딕"/>
              </a:rPr>
              <a:t>핵심 보수 방법</a:t>
            </a:r>
          </a:p>
        </p:txBody>
      </p:sp>
      <p:grpSp>
        <p:nvGrpSpPr>
          <p:cNvPr id="12" name="GROUP_POINT_1"/>
          <p:cNvGrpSpPr/>
          <p:nvPr/>
        </p:nvGrpSpPr>
        <p:grpSpPr>
          <a:xfrm>
            <a:off x="4546800" y="1656000"/>
            <a:ext cx="2365200" cy="1992000"/>
            <a:chOff x="4546800" y="1656000"/>
            <a:chExt cx="2365200" cy="1992000"/>
          </a:xfrm>
        </p:grpSpPr>
        <p:sp>
          <p:nvSpPr>
            <p:cNvPr id="9" name="Rectangle 8"/>
            <p:cNvSpPr/>
            <p:nvPr/>
          </p:nvSpPr>
          <p:spPr>
            <a:xfrm>
              <a:off x="4546800" y="1710000"/>
              <a:ext cx="108000" cy="10800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98800" y="1656000"/>
              <a:ext cx="21132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1">
                  <a:solidFill>
                    <a:srgbClr val="122242"/>
                  </a:solidFill>
                  <a:latin typeface="맑은 고딕"/>
                </a:rPr>
                <a:t>{{TITLE_1}}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798800" y="1980000"/>
              <a:ext cx="2113200" cy="16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{{DESC_1}}</a:t>
              </a:r>
            </a:p>
          </p:txBody>
        </p:sp>
      </p:grpSp>
      <p:grpSp>
        <p:nvGrpSpPr>
          <p:cNvPr id="16" name="GROUP_POINT_2"/>
          <p:cNvGrpSpPr/>
          <p:nvPr/>
        </p:nvGrpSpPr>
        <p:grpSpPr>
          <a:xfrm>
            <a:off x="4546800" y="3720000"/>
            <a:ext cx="2365200" cy="1992000"/>
            <a:chOff x="4546800" y="3720000"/>
            <a:chExt cx="2365200" cy="1992000"/>
          </a:xfrm>
        </p:grpSpPr>
        <p:sp>
          <p:nvSpPr>
            <p:cNvPr id="13" name="Rectangle 12"/>
            <p:cNvSpPr/>
            <p:nvPr/>
          </p:nvSpPr>
          <p:spPr>
            <a:xfrm>
              <a:off x="4546800" y="3774000"/>
              <a:ext cx="108000" cy="10800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98800" y="3720000"/>
              <a:ext cx="21132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1">
                  <a:solidFill>
                    <a:srgbClr val="122242"/>
                  </a:solidFill>
                  <a:latin typeface="맑은 고딕"/>
                </a:rPr>
                <a:t>{{TITLE_2}}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98800" y="4044000"/>
              <a:ext cx="2113200" cy="16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{{DESC_2}}</a:t>
              </a:r>
            </a:p>
          </p:txBody>
        </p:sp>
      </p:grpSp>
      <p:grpSp>
        <p:nvGrpSpPr>
          <p:cNvPr id="20" name="GROUP_POINT_3"/>
          <p:cNvGrpSpPr/>
          <p:nvPr/>
        </p:nvGrpSpPr>
        <p:grpSpPr>
          <a:xfrm>
            <a:off x="4546800" y="5784000"/>
            <a:ext cx="2365200" cy="1992000"/>
            <a:chOff x="4546800" y="5784000"/>
            <a:chExt cx="2365200" cy="1992000"/>
          </a:xfrm>
        </p:grpSpPr>
        <p:sp>
          <p:nvSpPr>
            <p:cNvPr id="17" name="Rectangle 16"/>
            <p:cNvSpPr/>
            <p:nvPr/>
          </p:nvSpPr>
          <p:spPr>
            <a:xfrm>
              <a:off x="4546800" y="5838000"/>
              <a:ext cx="108000" cy="10800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98800" y="5784000"/>
              <a:ext cx="21132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1">
                  <a:solidFill>
                    <a:srgbClr val="122242"/>
                  </a:solidFill>
                  <a:latin typeface="맑은 고딕"/>
                </a:rPr>
                <a:t>{{TITLE_3}}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98800" y="6108000"/>
              <a:ext cx="2113200" cy="16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{{DESC_3}}</a:t>
              </a:r>
            </a:p>
          </p:txBody>
        </p:sp>
      </p:grpSp>
      <p:sp>
        <p:nvSpPr>
          <p:cNvPr id="21" name="PHOTO_2"/>
          <p:cNvSpPr/>
          <p:nvPr/>
        </p:nvSpPr>
        <p:spPr>
          <a:xfrm>
            <a:off x="432000" y="8280000"/>
            <a:ext cx="3276000" cy="1980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HOTO_3"/>
          <p:cNvSpPr/>
          <p:nvPr/>
        </p:nvSpPr>
        <p:spPr>
          <a:xfrm>
            <a:off x="3852000" y="8280000"/>
            <a:ext cx="3276000" cy="1980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
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HOTO_1"/>
          <p:cNvSpPr/>
          <p:nvPr/>
        </p:nvSpPr>
        <p:spPr>
          <a:xfrm>
            <a:off x="432000" y="900000"/>
            <a:ext cx="6696000" cy="720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8388000"/>
            <a:ext cx="669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22242"/>
                </a:solidFill>
                <a:latin typeface="맑은 고딕"/>
              </a:rPr>
              <a:t>{{TITLE_1}}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8784000"/>
            <a:ext cx="6696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3C46"/>
                </a:solidFill>
                <a:latin typeface="맑은 고딕"/>
              </a:rPr>
              <a:t>{{DESC_1}}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
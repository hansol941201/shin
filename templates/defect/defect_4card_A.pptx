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20000"/>
          </a:xfrm>
          <a:prstGeom prst="rect">
            <a:avLst/>
          </a:prstGeom>
          <a:solidFill>
            <a:srgbClr val="12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7560000" cy="279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26000"/>
            <a:ext cx="669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{{PAGE_TITLE}}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10260000"/>
            <a:ext cx="7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69BA5"/>
                </a:solidFill>
                <a:latin typeface="맑은 고딕"/>
              </a:rPr>
              <a:t>02</a:t>
            </a:r>
          </a:p>
        </p:txBody>
      </p:sp>
      <p:grpSp>
        <p:nvGrpSpPr>
          <p:cNvPr id="11" name="GROUP_CARD_1"/>
          <p:cNvGrpSpPr/>
          <p:nvPr/>
        </p:nvGrpSpPr>
        <p:grpSpPr>
          <a:xfrm>
            <a:off x="432000" y="972000"/>
            <a:ext cx="3240000" cy="4536000"/>
            <a:chOff x="432000" y="972000"/>
            <a:chExt cx="3240000" cy="4536000"/>
          </a:xfrm>
        </p:grpSpPr>
        <p:sp>
          <p:nvSpPr>
            <p:cNvPr id="6" name="Rectangle 5"/>
            <p:cNvSpPr/>
            <p:nvPr/>
          </p:nvSpPr>
          <p:spPr>
            <a:xfrm>
              <a:off x="432000" y="972000"/>
              <a:ext cx="3240000" cy="4536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32000" y="972000"/>
              <a:ext cx="3240000" cy="72000"/>
            </a:xfrm>
            <a:prstGeom prst="rect">
              <a:avLst/>
            </a:prstGeom>
            <a:solidFill>
              <a:srgbClr val="122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PHOTO_1"/>
            <p:cNvSpPr/>
            <p:nvPr/>
          </p:nvSpPr>
          <p:spPr>
            <a:xfrm>
              <a:off x="576000" y="1116000"/>
              <a:ext cx="2952000" cy="316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6000" y="4284000"/>
              <a:ext cx="2952000" cy="50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{{TITLE_1}}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000" y="4788000"/>
              <a:ext cx="2952000" cy="57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{{DESC_1}}</a:t>
              </a:r>
            </a:p>
          </p:txBody>
        </p:sp>
      </p:grpSp>
      <p:grpSp>
        <p:nvGrpSpPr>
          <p:cNvPr id="17" name="GROUP_CARD_2"/>
          <p:cNvGrpSpPr/>
          <p:nvPr/>
        </p:nvGrpSpPr>
        <p:grpSpPr>
          <a:xfrm>
            <a:off x="3888000" y="972000"/>
            <a:ext cx="3240000" cy="4536000"/>
            <a:chOff x="3888000" y="972000"/>
            <a:chExt cx="3240000" cy="4536000"/>
          </a:xfrm>
        </p:grpSpPr>
        <p:sp>
          <p:nvSpPr>
            <p:cNvPr id="12" name="Rectangle 11"/>
            <p:cNvSpPr/>
            <p:nvPr/>
          </p:nvSpPr>
          <p:spPr>
            <a:xfrm>
              <a:off x="3888000" y="972000"/>
              <a:ext cx="3240000" cy="4536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888000" y="972000"/>
              <a:ext cx="3240000" cy="72000"/>
            </a:xfrm>
            <a:prstGeom prst="rect">
              <a:avLst/>
            </a:prstGeom>
            <a:solidFill>
              <a:srgbClr val="122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PHOTO_2"/>
            <p:cNvSpPr/>
            <p:nvPr/>
          </p:nvSpPr>
          <p:spPr>
            <a:xfrm>
              <a:off x="4032000" y="1116000"/>
              <a:ext cx="2952000" cy="316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032000" y="4284000"/>
              <a:ext cx="2952000" cy="50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{{TITLE_2}}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032000" y="4788000"/>
              <a:ext cx="2952000" cy="57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{{DESC_2}}</a:t>
              </a:r>
            </a:p>
          </p:txBody>
        </p:sp>
      </p:grpSp>
      <p:grpSp>
        <p:nvGrpSpPr>
          <p:cNvPr id="23" name="GROUP_CARD_3"/>
          <p:cNvGrpSpPr/>
          <p:nvPr/>
        </p:nvGrpSpPr>
        <p:grpSpPr>
          <a:xfrm>
            <a:off x="432000" y="5724000"/>
            <a:ext cx="3240000" cy="4536000"/>
            <a:chOff x="432000" y="5724000"/>
            <a:chExt cx="3240000" cy="4536000"/>
          </a:xfrm>
        </p:grpSpPr>
        <p:sp>
          <p:nvSpPr>
            <p:cNvPr id="18" name="Rectangle 17"/>
            <p:cNvSpPr/>
            <p:nvPr/>
          </p:nvSpPr>
          <p:spPr>
            <a:xfrm>
              <a:off x="432000" y="5724000"/>
              <a:ext cx="3240000" cy="4536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32000" y="5724000"/>
              <a:ext cx="3240000" cy="72000"/>
            </a:xfrm>
            <a:prstGeom prst="rect">
              <a:avLst/>
            </a:prstGeom>
            <a:solidFill>
              <a:srgbClr val="122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HOTO_3"/>
            <p:cNvSpPr/>
            <p:nvPr/>
          </p:nvSpPr>
          <p:spPr>
            <a:xfrm>
              <a:off x="576000" y="5868000"/>
              <a:ext cx="2952000" cy="316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6000" y="9036000"/>
              <a:ext cx="2952000" cy="50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{{TITLE_3}}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76000" y="9540000"/>
              <a:ext cx="2952000" cy="57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{{DESC_3}}</a:t>
              </a:r>
            </a:p>
          </p:txBody>
        </p:sp>
      </p:grpSp>
      <p:grpSp>
        <p:nvGrpSpPr>
          <p:cNvPr id="29" name="GROUP_CARD_4"/>
          <p:cNvGrpSpPr/>
          <p:nvPr/>
        </p:nvGrpSpPr>
        <p:grpSpPr>
          <a:xfrm>
            <a:off x="3888000" y="5724000"/>
            <a:ext cx="3240000" cy="4536000"/>
            <a:chOff x="3888000" y="5724000"/>
            <a:chExt cx="3240000" cy="4536000"/>
          </a:xfrm>
        </p:grpSpPr>
        <p:sp>
          <p:nvSpPr>
            <p:cNvPr id="24" name="Rectangle 23"/>
            <p:cNvSpPr/>
            <p:nvPr/>
          </p:nvSpPr>
          <p:spPr>
            <a:xfrm>
              <a:off x="3888000" y="5724000"/>
              <a:ext cx="3240000" cy="4536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888000" y="5724000"/>
              <a:ext cx="3240000" cy="72000"/>
            </a:xfrm>
            <a:prstGeom prst="rect">
              <a:avLst/>
            </a:prstGeom>
            <a:solidFill>
              <a:srgbClr val="122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PHOTO_4"/>
            <p:cNvSpPr/>
            <p:nvPr/>
          </p:nvSpPr>
          <p:spPr>
            <a:xfrm>
              <a:off x="4032000" y="5868000"/>
              <a:ext cx="2952000" cy="316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032000" y="9036000"/>
              <a:ext cx="2952000" cy="50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{{TITLE_4}}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032000" y="9540000"/>
              <a:ext cx="2952000" cy="57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{{DESC_4}}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
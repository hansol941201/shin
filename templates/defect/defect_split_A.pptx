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680000" y="8172000"/>
            <a:ext cx="7560000" cy="7560000"/>
          </a:xfrm>
          <a:prstGeom prst="ellipse">
            <a:avLst/>
          </a:prstGeom>
          <a:solidFill>
            <a:srgbClr val="C4B28C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24000"/>
            <a:ext cx="6696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22242"/>
                </a:solidFill>
                <a:latin typeface="맑은 고딕"/>
              </a:rPr>
              <a:t>{{PAGE_TITLE}}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738000"/>
            <a:ext cx="504000" cy="3048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" name="GROUP_CARD_1"/>
          <p:cNvGrpSpPr/>
          <p:nvPr/>
        </p:nvGrpSpPr>
        <p:grpSpPr>
          <a:xfrm>
            <a:off x="432000" y="900000"/>
            <a:ext cx="3240000" cy="8208000"/>
            <a:chOff x="432000" y="900000"/>
            <a:chExt cx="3240000" cy="8208000"/>
          </a:xfrm>
        </p:grpSpPr>
        <p:sp>
          <p:nvSpPr>
            <p:cNvPr id="6" name="PHOTO_1"/>
            <p:cNvSpPr/>
            <p:nvPr/>
          </p:nvSpPr>
          <p:spPr>
            <a:xfrm>
              <a:off x="432000" y="900000"/>
              <a:ext cx="3240000" cy="6840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32000" y="7956000"/>
              <a:ext cx="3240000" cy="32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122242"/>
                  </a:solidFill>
                  <a:latin typeface="맑은 고딕"/>
                </a:rPr>
                <a:t>{{TITLE_1}}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32000" y="8316000"/>
              <a:ext cx="3240000" cy="792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6E737D"/>
                  </a:solidFill>
                  <a:latin typeface="맑은 고딕"/>
                </a:rPr>
                <a:t>{{DESC_1}}</a:t>
              </a:r>
            </a:p>
          </p:txBody>
        </p:sp>
      </p:grpSp>
      <p:grpSp>
        <p:nvGrpSpPr>
          <p:cNvPr id="13" name="GROUP_CARD_2"/>
          <p:cNvGrpSpPr/>
          <p:nvPr/>
        </p:nvGrpSpPr>
        <p:grpSpPr>
          <a:xfrm>
            <a:off x="3888000" y="900000"/>
            <a:ext cx="3240000" cy="8208000"/>
            <a:chOff x="3888000" y="900000"/>
            <a:chExt cx="3240000" cy="8208000"/>
          </a:xfrm>
        </p:grpSpPr>
        <p:sp>
          <p:nvSpPr>
            <p:cNvPr id="10" name="PHOTO_2"/>
            <p:cNvSpPr/>
            <p:nvPr/>
          </p:nvSpPr>
          <p:spPr>
            <a:xfrm>
              <a:off x="3888000" y="900000"/>
              <a:ext cx="3240000" cy="6840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888000" y="7956000"/>
              <a:ext cx="3240000" cy="32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122242"/>
                  </a:solidFill>
                  <a:latin typeface="맑은 고딕"/>
                </a:rPr>
                <a:t>{{TITLE_2}}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888000" y="8316000"/>
              <a:ext cx="3240000" cy="792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6E737D"/>
                  </a:solidFill>
                  <a:latin typeface="맑은 고딕"/>
                </a:rPr>
                <a:t>{{DESC_2}}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
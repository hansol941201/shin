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7" name="GROUP_CARD_1"/>
          <p:cNvGrpSpPr/>
          <p:nvPr/>
        </p:nvGrpSpPr>
        <p:grpSpPr>
          <a:xfrm>
            <a:off x="432000" y="900000"/>
            <a:ext cx="3240000" cy="8208000"/>
            <a:chOff x="432000" y="900000"/>
            <a:chExt cx="3240000" cy="8208000"/>
          </a:xfrm>
        </p:grpSpPr>
        <p:sp>
          <p:nvSpPr>
            <p:cNvPr id="4" name="PHOTO_1"/>
            <p:cNvSpPr/>
            <p:nvPr/>
          </p:nvSpPr>
          <p:spPr>
            <a:xfrm>
              <a:off x="432000" y="900000"/>
              <a:ext cx="3240000" cy="684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32000" y="7956000"/>
              <a:ext cx="3240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32000" y="8316000"/>
              <a:ext cx="3240000" cy="79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1" name="GROUP_CARD_2"/>
          <p:cNvGrpSpPr/>
          <p:nvPr/>
        </p:nvGrpSpPr>
        <p:grpSpPr>
          <a:xfrm>
            <a:off x="3888000" y="900000"/>
            <a:ext cx="3240000" cy="8208000"/>
            <a:chOff x="3888000" y="900000"/>
            <a:chExt cx="3240000" cy="8208000"/>
          </a:xfrm>
        </p:grpSpPr>
        <p:sp>
          <p:nvSpPr>
            <p:cNvPr id="8" name="PHOTO_2"/>
            <p:cNvSpPr/>
            <p:nvPr/>
          </p:nvSpPr>
          <p:spPr>
            <a:xfrm>
              <a:off x="3888000" y="900000"/>
              <a:ext cx="3240000" cy="684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888000" y="7956000"/>
              <a:ext cx="3240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888000" y="8316000"/>
              <a:ext cx="3240000" cy="79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{{DESC_2}}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
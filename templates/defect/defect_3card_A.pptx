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GROUP_CARD_1"/>
          <p:cNvGrpSpPr/>
          <p:nvPr/>
        </p:nvGrpSpPr>
        <p:grpSpPr>
          <a:xfrm>
            <a:off x="432000" y="900000"/>
            <a:ext cx="2088000" cy="6408000"/>
            <a:chOff x="432000" y="900000"/>
            <a:chExt cx="2088000" cy="6408000"/>
          </a:xfrm>
        </p:grpSpPr>
        <p:sp>
          <p:nvSpPr>
            <p:cNvPr id="4" name="PHOTO_1"/>
            <p:cNvSpPr/>
            <p:nvPr/>
          </p:nvSpPr>
          <p:spPr>
            <a:xfrm>
              <a:off x="432000" y="900000"/>
              <a:ext cx="2088000" cy="432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32000" y="543600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2000" y="5580000"/>
              <a:ext cx="208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2000" y="5940000"/>
              <a:ext cx="2088000" cy="13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3" name="GROUP_CARD_2"/>
          <p:cNvGrpSpPr/>
          <p:nvPr/>
        </p:nvGrpSpPr>
        <p:grpSpPr>
          <a:xfrm>
            <a:off x="2736000" y="900000"/>
            <a:ext cx="2088000" cy="6408000"/>
            <a:chOff x="2736000" y="900000"/>
            <a:chExt cx="2088000" cy="6408000"/>
          </a:xfrm>
        </p:grpSpPr>
        <p:sp>
          <p:nvSpPr>
            <p:cNvPr id="9" name="PHOTO_2"/>
            <p:cNvSpPr/>
            <p:nvPr/>
          </p:nvSpPr>
          <p:spPr>
            <a:xfrm>
              <a:off x="2736000" y="900000"/>
              <a:ext cx="2088000" cy="432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36000" y="543600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36000" y="5580000"/>
              <a:ext cx="208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36000" y="5940000"/>
              <a:ext cx="2088000" cy="13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18" name="GROUP_CARD_3"/>
          <p:cNvGrpSpPr/>
          <p:nvPr/>
        </p:nvGrpSpPr>
        <p:grpSpPr>
          <a:xfrm>
            <a:off x="5040000" y="900000"/>
            <a:ext cx="2088000" cy="6408000"/>
            <a:chOff x="5040000" y="900000"/>
            <a:chExt cx="2088000" cy="6408000"/>
          </a:xfrm>
        </p:grpSpPr>
        <p:sp>
          <p:nvSpPr>
            <p:cNvPr id="14" name="PHOTO_3"/>
            <p:cNvSpPr/>
            <p:nvPr/>
          </p:nvSpPr>
          <p:spPr>
            <a:xfrm>
              <a:off x="5040000" y="900000"/>
              <a:ext cx="2088000" cy="432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040000" y="543600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40000" y="5580000"/>
              <a:ext cx="208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40000" y="5940000"/>
              <a:ext cx="2088000" cy="136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{{DESC_3}}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
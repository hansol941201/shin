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84000"/>
            <a:ext cx="7560000" cy="108000"/>
          </a:xfrm>
          <a:prstGeom prst="rect">
            <a:avLst/>
          </a:prstGeom>
          <a:solidFill>
            <a:srgbClr val="C4B28C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9500000">
            <a:off x="5256000" y="9036000"/>
            <a:ext cx="1656000" cy="13970"/>
          </a:xfrm>
          <a:prstGeom prst="rect">
            <a:avLst/>
          </a:prstGeom>
          <a:solidFill>
            <a:srgbClr val="C4B28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GROUP_CARD_1"/>
          <p:cNvGrpSpPr/>
          <p:nvPr/>
        </p:nvGrpSpPr>
        <p:grpSpPr>
          <a:xfrm>
            <a:off x="432000" y="900000"/>
            <a:ext cx="2088000" cy="6408000"/>
            <a:chOff x="432000" y="900000"/>
            <a:chExt cx="2088000" cy="6408000"/>
          </a:xfrm>
        </p:grpSpPr>
        <p:sp>
          <p:nvSpPr>
            <p:cNvPr id="7" name="PHOTO_1"/>
            <p:cNvSpPr/>
            <p:nvPr/>
          </p:nvSpPr>
          <p:spPr>
            <a:xfrm>
              <a:off x="432000" y="900000"/>
              <a:ext cx="2088000" cy="432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32000" y="543600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2000" y="5580000"/>
              <a:ext cx="208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2000" y="5940000"/>
              <a:ext cx="2088000" cy="13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6" name="GROUP_CARD_2"/>
          <p:cNvGrpSpPr/>
          <p:nvPr/>
        </p:nvGrpSpPr>
        <p:grpSpPr>
          <a:xfrm>
            <a:off x="2736000" y="900000"/>
            <a:ext cx="2088000" cy="6408000"/>
            <a:chOff x="2736000" y="900000"/>
            <a:chExt cx="2088000" cy="6408000"/>
          </a:xfrm>
        </p:grpSpPr>
        <p:sp>
          <p:nvSpPr>
            <p:cNvPr id="12" name="PHOTO_2"/>
            <p:cNvSpPr/>
            <p:nvPr/>
          </p:nvSpPr>
          <p:spPr>
            <a:xfrm>
              <a:off x="2736000" y="900000"/>
              <a:ext cx="2088000" cy="432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736000" y="543600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736000" y="5580000"/>
              <a:ext cx="208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736000" y="5940000"/>
              <a:ext cx="2088000" cy="13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{{DESC_2}}</a:t>
              </a:r>
            </a:p>
          </p:txBody>
        </p:sp>
      </p:grpSp>
      <p:grpSp>
        <p:nvGrpSpPr>
          <p:cNvPr id="21" name="GROUP_CARD_3"/>
          <p:cNvGrpSpPr/>
          <p:nvPr/>
        </p:nvGrpSpPr>
        <p:grpSpPr>
          <a:xfrm>
            <a:off x="5040000" y="900000"/>
            <a:ext cx="2088000" cy="6408000"/>
            <a:chOff x="5040000" y="900000"/>
            <a:chExt cx="2088000" cy="6408000"/>
          </a:xfrm>
        </p:grpSpPr>
        <p:sp>
          <p:nvSpPr>
            <p:cNvPr id="17" name="PHOTO_3"/>
            <p:cNvSpPr/>
            <p:nvPr/>
          </p:nvSpPr>
          <p:spPr>
            <a:xfrm>
              <a:off x="5040000" y="900000"/>
              <a:ext cx="2088000" cy="4320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040000" y="543600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40000" y="5580000"/>
              <a:ext cx="208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{{TITLE_3}}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40000" y="5940000"/>
              <a:ext cx="2088000" cy="136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6E737D"/>
                  </a:solidFill>
                  <a:latin typeface="맑은 고딕"/>
                </a:rPr>
                <a:t>{{DESC_3}}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
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560000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0000" cy="720000"/>
          </a:xfrm>
          <a:prstGeom prst="rect">
            <a:avLst/>
          </a:prstGeom>
          <a:solidFill>
            <a:srgbClr val="122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20000"/>
            <a:ext cx="7560000" cy="27940"/>
          </a:xfrm>
          <a:prstGeom prst="rect">
            <a:avLst/>
          </a:prstGeom>
          <a:solidFill>
            <a:srgbClr val="B08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2000" y="126000"/>
            <a:ext cx="6696000" cy="46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FFFFFF"/>
                </a:solidFill>
                <a:latin typeface="맑은 고딕"/>
              </a:rPr>
              <a:t>{{PAGE_TITLE}}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80000" y="10260000"/>
            <a:ext cx="720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969BA5"/>
                </a:solidFill>
                <a:latin typeface="맑은 고딕"/>
              </a:rPr>
              <a:t>02</a:t>
            </a:r>
          </a:p>
        </p:txBody>
      </p:sp>
      <p:sp>
        <p:nvSpPr>
          <p:cNvPr id="6" name="PHOTO_BEFORE"/>
          <p:cNvSpPr/>
          <p:nvPr/>
        </p:nvSpPr>
        <p:spPr>
          <a:xfrm>
            <a:off x="432000" y="1044000"/>
            <a:ext cx="3276000" cy="7380000"/>
          </a:xfrm>
          <a:prstGeom prst="rect">
            <a:avLst/>
          </a:prstGeom>
          <a:solidFill>
            <a:srgbClr val="F1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32000" y="1044000"/>
            <a:ext cx="1080000" cy="324000"/>
          </a:xfrm>
          <a:prstGeom prst="rect">
            <a:avLst/>
          </a:prstGeom>
          <a:solidFill>
            <a:srgbClr val="122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2000" y="1044000"/>
            <a:ext cx="1080000" cy="324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맑은 고딕"/>
              </a:rPr>
              <a:t>BEFORE</a:t>
            </a:r>
          </a:p>
        </p:txBody>
      </p:sp>
      <p:sp>
        <p:nvSpPr>
          <p:cNvPr id="9" name="PHOTO_AFTER"/>
          <p:cNvSpPr/>
          <p:nvPr/>
        </p:nvSpPr>
        <p:spPr>
          <a:xfrm>
            <a:off x="3852000" y="1044000"/>
            <a:ext cx="3276000" cy="7380000"/>
          </a:xfrm>
          <a:prstGeom prst="rect">
            <a:avLst/>
          </a:prstGeom>
          <a:solidFill>
            <a:srgbClr val="F1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852000" y="1044000"/>
            <a:ext cx="1080000" cy="324000"/>
          </a:xfrm>
          <a:prstGeom prst="rect">
            <a:avLst/>
          </a:prstGeom>
          <a:solidFill>
            <a:srgbClr val="B08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52000" y="1044000"/>
            <a:ext cx="1080000" cy="324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맑은 고딕"/>
              </a:rPr>
              <a:t>AFTER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2000" y="8712000"/>
            <a:ext cx="6696000" cy="50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>
                <a:solidFill>
                  <a:srgbClr val="373C46"/>
                </a:solidFill>
                <a:latin typeface="맑은 고딕"/>
              </a:rPr>
              <a:t>{{DESC_1}}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
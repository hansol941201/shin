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1069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324000"/>
            <a:ext cx="6696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122242"/>
                </a:solidFill>
                <a:latin typeface="맑은 고딕"/>
              </a:rPr>
              <a:t>{{PAGE_TITLE}}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738000"/>
            <a:ext cx="504000" cy="3048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HOTO_BEFORE"/>
          <p:cNvSpPr/>
          <p:nvPr/>
        </p:nvSpPr>
        <p:spPr>
          <a:xfrm>
            <a:off x="432000" y="900000"/>
            <a:ext cx="6696000" cy="4068000"/>
          </a:xfrm>
          <a:prstGeom prst="rect">
            <a:avLst/>
          </a:prstGeom>
          <a:solidFill>
            <a:srgbClr val="F1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5040000"/>
            <a:ext cx="6696000" cy="2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6E737D"/>
                </a:solidFill>
                <a:latin typeface="맑은 고딕"/>
              </a:rPr>
              <a:t>BEFORE</a:t>
            </a:r>
          </a:p>
        </p:txBody>
      </p:sp>
      <p:sp>
        <p:nvSpPr>
          <p:cNvPr id="7" name="PHOTO_AFTER"/>
          <p:cNvSpPr/>
          <p:nvPr/>
        </p:nvSpPr>
        <p:spPr>
          <a:xfrm>
            <a:off x="432000" y="5436000"/>
            <a:ext cx="6696000" cy="4068000"/>
          </a:xfrm>
          <a:prstGeom prst="rect">
            <a:avLst/>
          </a:prstGeom>
          <a:solidFill>
            <a:srgbClr val="F1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" y="9576000"/>
            <a:ext cx="6696000" cy="2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08D57"/>
                </a:solidFill>
                <a:latin typeface="맑은 고딕"/>
              </a:rPr>
              <a:t>AFTER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9900000"/>
            <a:ext cx="6696000" cy="50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73C46"/>
                </a:solidFill>
                <a:latin typeface="맑은 고딕"/>
              </a:rPr>
              <a:t>{{DESC_1}}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
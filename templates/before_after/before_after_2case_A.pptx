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CASE_1"/>
          <p:cNvGrpSpPr/>
          <p:nvPr/>
        </p:nvGrpSpPr>
        <p:grpSpPr>
          <a:xfrm>
            <a:off x="432000" y="900000"/>
            <a:ext cx="6696000" cy="4752000"/>
            <a:chOff x="432000" y="900000"/>
            <a:chExt cx="6696000" cy="4752000"/>
          </a:xfrm>
        </p:grpSpPr>
        <p:sp>
          <p:nvSpPr>
            <p:cNvPr id="4" name="PHOTO_BEFORE_1"/>
            <p:cNvSpPr/>
            <p:nvPr/>
          </p:nvSpPr>
          <p:spPr>
            <a:xfrm>
              <a:off x="432000" y="900000"/>
              <a:ext cx="3258000" cy="41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HOTO_AFTER_1"/>
            <p:cNvSpPr/>
            <p:nvPr/>
          </p:nvSpPr>
          <p:spPr>
            <a:xfrm>
              <a:off x="3870000" y="900000"/>
              <a:ext cx="3258000" cy="41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2000" y="5112000"/>
              <a:ext cx="3258000" cy="2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000" b="1">
                  <a:solidFill>
                    <a:srgbClr val="6E737D"/>
                  </a:solidFill>
                  <a:latin typeface="맑은 고딕"/>
                </a:rPr>
                <a:t>BEFORE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870000" y="5112000"/>
              <a:ext cx="3258000" cy="2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000" b="1">
                  <a:solidFill>
                    <a:srgbClr val="B08D57"/>
                  </a:solidFill>
                  <a:latin typeface="맑은 고딕"/>
                </a:rPr>
                <a:t>AFTER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" y="5364000"/>
              <a:ext cx="6696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5" name="GROUP_CASE_2"/>
          <p:cNvGrpSpPr/>
          <p:nvPr/>
        </p:nvGrpSpPr>
        <p:grpSpPr>
          <a:xfrm>
            <a:off x="432000" y="5724000"/>
            <a:ext cx="6696000" cy="4752000"/>
            <a:chOff x="432000" y="5724000"/>
            <a:chExt cx="6696000" cy="4752000"/>
          </a:xfrm>
        </p:grpSpPr>
        <p:sp>
          <p:nvSpPr>
            <p:cNvPr id="10" name="PHOTO_BEFORE_2"/>
            <p:cNvSpPr/>
            <p:nvPr/>
          </p:nvSpPr>
          <p:spPr>
            <a:xfrm>
              <a:off x="432000" y="5724000"/>
              <a:ext cx="3258000" cy="41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PHOTO_AFTER_2"/>
            <p:cNvSpPr/>
            <p:nvPr/>
          </p:nvSpPr>
          <p:spPr>
            <a:xfrm>
              <a:off x="3870000" y="5724000"/>
              <a:ext cx="3258000" cy="414000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2000" y="9936000"/>
              <a:ext cx="3258000" cy="2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000" b="1">
                  <a:solidFill>
                    <a:srgbClr val="6E737D"/>
                  </a:solidFill>
                  <a:latin typeface="맑은 고딕"/>
                </a:rPr>
                <a:t>BEFORE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70000" y="9936000"/>
              <a:ext cx="3258000" cy="2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000" b="1">
                  <a:solidFill>
                    <a:srgbClr val="B08D57"/>
                  </a:solidFill>
                  <a:latin typeface="맑은 고딕"/>
                </a:rPr>
                <a:t>AFTER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000" y="10188000"/>
              <a:ext cx="6696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
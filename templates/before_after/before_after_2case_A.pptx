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324000"/>
            <a:ext cx="6696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22242"/>
                </a:solidFill>
                <a:latin typeface="맑은 고딕"/>
              </a:rPr>
              <a:t>{{PAGE_TITLE}}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738000"/>
            <a:ext cx="504000" cy="3048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10" name="GROUP_CASE_1"/>
          <p:cNvGrpSpPr/>
          <p:nvPr/>
        </p:nvGrpSpPr>
        <p:grpSpPr>
          <a:xfrm>
            <a:off x="432000" y="900000"/>
            <a:ext cx="6696000" cy="4752000"/>
            <a:chOff x="432000" y="900000"/>
            <a:chExt cx="6696000" cy="4752000"/>
          </a:xfrm>
        </p:grpSpPr>
        <p:sp>
          <p:nvSpPr>
            <p:cNvPr id="5" name="PHOTO_BEFORE_1"/>
            <p:cNvSpPr/>
            <p:nvPr/>
          </p:nvSpPr>
          <p:spPr>
            <a:xfrm>
              <a:off x="432000" y="900000"/>
              <a:ext cx="3258000" cy="4140000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PHOTO_AFTER_1"/>
            <p:cNvSpPr/>
            <p:nvPr/>
          </p:nvSpPr>
          <p:spPr>
            <a:xfrm>
              <a:off x="3870000" y="900000"/>
              <a:ext cx="3258000" cy="4140000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32000" y="5112000"/>
              <a:ext cx="3258000" cy="252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1000" b="1">
                  <a:solidFill>
                    <a:srgbClr val="6E737D"/>
                  </a:solidFill>
                  <a:latin typeface="맑은 고딕"/>
                </a:rPr>
                <a:t>BEFORE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870000" y="5112000"/>
              <a:ext cx="3258000" cy="252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1000" b="1">
                  <a:solidFill>
                    <a:srgbClr val="B08D57"/>
                  </a:solidFill>
                  <a:latin typeface="맑은 고딕"/>
                </a:rPr>
                <a:t>AFTER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432000" y="5364000"/>
              <a:ext cx="6696000" cy="288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1100" b="0">
                  <a:solidFill>
                    <a:srgbClr val="373C46"/>
                  </a:solidFill>
                  <a:latin typeface="맑은 고딕"/>
                </a:rPr>
                <a:t>{{DESC_1}}</a:t>
              </a:r>
            </a:p>
          </p:txBody>
        </p:sp>
      </p:grpSp>
      <p:grpSp>
        <p:nvGrpSpPr>
          <p:cNvPr id="16" name="GROUP_CASE_2"/>
          <p:cNvGrpSpPr/>
          <p:nvPr/>
        </p:nvGrpSpPr>
        <p:grpSpPr>
          <a:xfrm>
            <a:off x="432000" y="5724000"/>
            <a:ext cx="6696000" cy="4752000"/>
            <a:chOff x="432000" y="5724000"/>
            <a:chExt cx="6696000" cy="4752000"/>
          </a:xfrm>
        </p:grpSpPr>
        <p:sp>
          <p:nvSpPr>
            <p:cNvPr id="11" name="PHOTO_BEFORE_2"/>
            <p:cNvSpPr/>
            <p:nvPr/>
          </p:nvSpPr>
          <p:spPr>
            <a:xfrm>
              <a:off x="432000" y="5724000"/>
              <a:ext cx="3258000" cy="4140000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PHOTO_AFTER_2"/>
            <p:cNvSpPr/>
            <p:nvPr/>
          </p:nvSpPr>
          <p:spPr>
            <a:xfrm>
              <a:off x="3870000" y="5724000"/>
              <a:ext cx="3258000" cy="4140000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32000" y="9936000"/>
              <a:ext cx="3258000" cy="252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1000" b="1">
                  <a:solidFill>
                    <a:srgbClr val="6E737D"/>
                  </a:solidFill>
                  <a:latin typeface="맑은 고딕"/>
                </a:rPr>
                <a:t>BEFORE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3870000" y="9936000"/>
              <a:ext cx="3258000" cy="252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1000" b="1">
                  <a:solidFill>
                    <a:srgbClr val="B08D57"/>
                  </a:solidFill>
                  <a:latin typeface="맑은 고딕"/>
                </a:rPr>
                <a:t>AFTER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32000" y="10188000"/>
              <a:ext cx="6696000" cy="288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1100" b="0">
                  <a:solidFill>
                    <a:srgbClr val="373C46"/>
                  </a:solidFill>
                  <a:latin typeface="맑은 고딕"/>
                </a:rPr>
                <a:t>{{DESC_2}}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
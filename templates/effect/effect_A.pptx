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OTO_1"/>
          <p:cNvSpPr/>
          <p:nvPr/>
        </p:nvSpPr>
        <p:spPr>
          <a:xfrm>
            <a:off x="432000" y="900000"/>
            <a:ext cx="6696000" cy="576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" name="GROUP_CHIP_1"/>
          <p:cNvGrpSpPr/>
          <p:nvPr/>
        </p:nvGrpSpPr>
        <p:grpSpPr>
          <a:xfrm>
            <a:off x="432000" y="7020000"/>
            <a:ext cx="1512000" cy="1224000"/>
            <a:chOff x="432000" y="7020000"/>
            <a:chExt cx="1512000" cy="1224000"/>
          </a:xfrm>
        </p:grpSpPr>
        <p:sp>
          <p:nvSpPr>
            <p:cNvPr id="5" name="TextBox 4"/>
            <p:cNvSpPr txBox="1"/>
            <p:nvPr/>
          </p:nvSpPr>
          <p:spPr>
            <a:xfrm>
              <a:off x="432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32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32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2" name="GROUP_CHIP_2"/>
          <p:cNvGrpSpPr/>
          <p:nvPr/>
        </p:nvGrpSpPr>
        <p:grpSpPr>
          <a:xfrm>
            <a:off x="2160000" y="7020000"/>
            <a:ext cx="1512000" cy="1224000"/>
            <a:chOff x="2160000" y="7020000"/>
            <a:chExt cx="1512000" cy="1224000"/>
          </a:xfrm>
        </p:grpSpPr>
        <p:sp>
          <p:nvSpPr>
            <p:cNvPr id="9" name="TextBox 8"/>
            <p:cNvSpPr txBox="1"/>
            <p:nvPr/>
          </p:nvSpPr>
          <p:spPr>
            <a:xfrm>
              <a:off x="2160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60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0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16" name="GROUP_CHIP_3"/>
          <p:cNvGrpSpPr/>
          <p:nvPr/>
        </p:nvGrpSpPr>
        <p:grpSpPr>
          <a:xfrm>
            <a:off x="3888000" y="7020000"/>
            <a:ext cx="1512000" cy="1224000"/>
            <a:chOff x="3888000" y="7020000"/>
            <a:chExt cx="1512000" cy="1224000"/>
          </a:xfrm>
        </p:grpSpPr>
        <p:sp>
          <p:nvSpPr>
            <p:cNvPr id="13" name="TextBox 12"/>
            <p:cNvSpPr txBox="1"/>
            <p:nvPr/>
          </p:nvSpPr>
          <p:spPr>
            <a:xfrm>
              <a:off x="3888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888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88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  <p:grpSp>
        <p:nvGrpSpPr>
          <p:cNvPr id="20" name="GROUP_CHIP_4"/>
          <p:cNvGrpSpPr/>
          <p:nvPr/>
        </p:nvGrpSpPr>
        <p:grpSpPr>
          <a:xfrm>
            <a:off x="5616000" y="7020000"/>
            <a:ext cx="1512000" cy="1224000"/>
            <a:chOff x="5616000" y="7020000"/>
            <a:chExt cx="1512000" cy="1224000"/>
          </a:xfrm>
        </p:grpSpPr>
        <p:sp>
          <p:nvSpPr>
            <p:cNvPr id="17" name="TextBox 16"/>
            <p:cNvSpPr txBox="1"/>
            <p:nvPr/>
          </p:nvSpPr>
          <p:spPr>
            <a:xfrm>
              <a:off x="5616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616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616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
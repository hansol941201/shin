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A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680000" y="8172000"/>
            <a:ext cx="7560000" cy="7560000"/>
          </a:xfrm>
          <a:prstGeom prst="ellipse">
            <a:avLst/>
          </a:prstGeom>
          <a:solidFill>
            <a:srgbClr val="C4B28C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324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22242"/>
                </a:solidFill>
                <a:latin typeface="맑은 고딕"/>
              </a:rPr>
              <a:t>{{PAGE_TITLE}}</a:t>
            </a:r>
          </a:p>
        </p:txBody>
      </p:sp>
      <p:sp>
        <p:nvSpPr>
          <p:cNvPr id="5" name="Rectangle 4"/>
          <p:cNvSpPr/>
          <p:nvPr/>
        </p:nvSpPr>
        <p:spPr>
          <a:xfrm>
            <a:off x="432000" y="738000"/>
            <a:ext cx="504000" cy="3048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HOTO_1"/>
          <p:cNvSpPr/>
          <p:nvPr/>
        </p:nvSpPr>
        <p:spPr>
          <a:xfrm>
            <a:off x="432000" y="900000"/>
            <a:ext cx="6696000" cy="5760000"/>
          </a:xfrm>
          <a:prstGeom prst="rect">
            <a:avLst/>
          </a:prstGeom>
          <a:solidFill>
            <a:srgbClr val="F1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GROUP_CHIP_1"/>
          <p:cNvGrpSpPr/>
          <p:nvPr/>
        </p:nvGrpSpPr>
        <p:grpSpPr>
          <a:xfrm>
            <a:off x="432000" y="7020000"/>
            <a:ext cx="1512000" cy="1224000"/>
            <a:chOff x="432000" y="7020000"/>
            <a:chExt cx="1512000" cy="1224000"/>
          </a:xfrm>
        </p:grpSpPr>
        <p:sp>
          <p:nvSpPr>
            <p:cNvPr id="7" name="TextBox 6"/>
            <p:cNvSpPr txBox="1"/>
            <p:nvPr/>
          </p:nvSpPr>
          <p:spPr>
            <a:xfrm>
              <a:off x="432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01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32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2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{{DESC_1}}</a:t>
              </a:r>
            </a:p>
          </p:txBody>
        </p:sp>
      </p:grpSp>
      <p:grpSp>
        <p:nvGrpSpPr>
          <p:cNvPr id="14" name="GROUP_CHIP_2"/>
          <p:cNvGrpSpPr/>
          <p:nvPr/>
        </p:nvGrpSpPr>
        <p:grpSpPr>
          <a:xfrm>
            <a:off x="2160000" y="7020000"/>
            <a:ext cx="1512000" cy="1224000"/>
            <a:chOff x="2160000" y="7020000"/>
            <a:chExt cx="1512000" cy="1224000"/>
          </a:xfrm>
        </p:grpSpPr>
        <p:sp>
          <p:nvSpPr>
            <p:cNvPr id="11" name="TextBox 10"/>
            <p:cNvSpPr txBox="1"/>
            <p:nvPr/>
          </p:nvSpPr>
          <p:spPr>
            <a:xfrm>
              <a:off x="2160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160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160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{{DESC_2}}</a:t>
              </a:r>
            </a:p>
          </p:txBody>
        </p:sp>
      </p:grpSp>
      <p:grpSp>
        <p:nvGrpSpPr>
          <p:cNvPr id="18" name="GROUP_CHIP_3"/>
          <p:cNvGrpSpPr/>
          <p:nvPr/>
        </p:nvGrpSpPr>
        <p:grpSpPr>
          <a:xfrm>
            <a:off x="3888000" y="7020000"/>
            <a:ext cx="1512000" cy="1224000"/>
            <a:chOff x="3888000" y="7020000"/>
            <a:chExt cx="1512000" cy="1224000"/>
          </a:xfrm>
        </p:grpSpPr>
        <p:sp>
          <p:nvSpPr>
            <p:cNvPr id="15" name="TextBox 14"/>
            <p:cNvSpPr txBox="1"/>
            <p:nvPr/>
          </p:nvSpPr>
          <p:spPr>
            <a:xfrm>
              <a:off x="3888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03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888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888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{{DESC_3}}</a:t>
              </a:r>
            </a:p>
          </p:txBody>
        </p:sp>
      </p:grpSp>
      <p:grpSp>
        <p:nvGrpSpPr>
          <p:cNvPr id="22" name="GROUP_CHIP_4"/>
          <p:cNvGrpSpPr/>
          <p:nvPr/>
        </p:nvGrpSpPr>
        <p:grpSpPr>
          <a:xfrm>
            <a:off x="5616000" y="7020000"/>
            <a:ext cx="1512000" cy="1224000"/>
            <a:chOff x="5616000" y="7020000"/>
            <a:chExt cx="1512000" cy="1224000"/>
          </a:xfrm>
        </p:grpSpPr>
        <p:sp>
          <p:nvSpPr>
            <p:cNvPr id="19" name="TextBox 18"/>
            <p:cNvSpPr txBox="1"/>
            <p:nvPr/>
          </p:nvSpPr>
          <p:spPr>
            <a:xfrm>
              <a:off x="5616000" y="7020000"/>
              <a:ext cx="1512000" cy="39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800" b="1">
                  <a:solidFill>
                    <a:srgbClr val="B08D57"/>
                  </a:solidFill>
                  <a:latin typeface="맑은 고딕"/>
                </a:rPr>
                <a:t>04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5616000" y="7416000"/>
              <a:ext cx="288000" cy="15240"/>
            </a:xfrm>
            <a:prstGeom prst="rect">
              <a:avLst/>
            </a:prstGeom>
            <a:solidFill>
              <a:srgbClr val="F1F2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5616000" y="7524000"/>
              <a:ext cx="1512000" cy="720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15000"/>
                </a:lnSpc>
              </a:pPr>
              <a:r>
                <a:rPr sz="1100" b="0">
                  <a:solidFill>
                    <a:srgbClr val="373C46"/>
                  </a:solidFill>
                  <a:latin typeface="맑은 고딕"/>
                </a:rPr>
                <a:t>{{DESC_4}}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
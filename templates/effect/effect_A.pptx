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sp>
        <p:nvSpPr>
          <p:cNvPr id="6" name="PHOTO_1"/>
          <p:cNvSpPr/>
          <p:nvPr/>
        </p:nvSpPr>
        <p:spPr>
          <a:xfrm>
            <a:off x="432000" y="972000"/>
            <a:ext cx="6696000" cy="522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_CHIP_1"/>
          <p:cNvGrpSpPr/>
          <p:nvPr/>
        </p:nvGrpSpPr>
        <p:grpSpPr>
          <a:xfrm>
            <a:off x="432000" y="6480000"/>
            <a:ext cx="6696000" cy="612000"/>
            <a:chOff x="432000" y="6480000"/>
            <a:chExt cx="6696000" cy="612000"/>
          </a:xfrm>
        </p:grpSpPr>
        <p:sp>
          <p:nvSpPr>
            <p:cNvPr id="7" name="Rectangle 6"/>
            <p:cNvSpPr/>
            <p:nvPr/>
          </p:nvSpPr>
          <p:spPr>
            <a:xfrm>
              <a:off x="432000" y="6480000"/>
              <a:ext cx="6696000" cy="612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32000" y="6480000"/>
              <a:ext cx="108000" cy="612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0000" y="6480000"/>
              <a:ext cx="6264000" cy="61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4" name="GROUP_CHIP_2"/>
          <p:cNvGrpSpPr/>
          <p:nvPr/>
        </p:nvGrpSpPr>
        <p:grpSpPr>
          <a:xfrm>
            <a:off x="432000" y="7272000"/>
            <a:ext cx="6696000" cy="612000"/>
            <a:chOff x="432000" y="7272000"/>
            <a:chExt cx="6696000" cy="612000"/>
          </a:xfrm>
        </p:grpSpPr>
        <p:sp>
          <p:nvSpPr>
            <p:cNvPr id="11" name="Rectangle 10"/>
            <p:cNvSpPr/>
            <p:nvPr/>
          </p:nvSpPr>
          <p:spPr>
            <a:xfrm>
              <a:off x="432000" y="7272000"/>
              <a:ext cx="6696000" cy="612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2000" y="7272000"/>
              <a:ext cx="108000" cy="612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0000" y="7272000"/>
              <a:ext cx="6264000" cy="61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18" name="GROUP_CHIP_3"/>
          <p:cNvGrpSpPr/>
          <p:nvPr/>
        </p:nvGrpSpPr>
        <p:grpSpPr>
          <a:xfrm>
            <a:off x="432000" y="8064000"/>
            <a:ext cx="6696000" cy="612000"/>
            <a:chOff x="432000" y="8064000"/>
            <a:chExt cx="6696000" cy="612000"/>
          </a:xfrm>
        </p:grpSpPr>
        <p:sp>
          <p:nvSpPr>
            <p:cNvPr id="15" name="Rectangle 14"/>
            <p:cNvSpPr/>
            <p:nvPr/>
          </p:nvSpPr>
          <p:spPr>
            <a:xfrm>
              <a:off x="432000" y="8064000"/>
              <a:ext cx="6696000" cy="612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2000" y="8064000"/>
              <a:ext cx="108000" cy="612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0000" y="8064000"/>
              <a:ext cx="6264000" cy="61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</p:grpSp>
      <p:grpSp>
        <p:nvGrpSpPr>
          <p:cNvPr id="22" name="GROUP_CHIP_4"/>
          <p:cNvGrpSpPr/>
          <p:nvPr/>
        </p:nvGrpSpPr>
        <p:grpSpPr>
          <a:xfrm>
            <a:off x="432000" y="8856000"/>
            <a:ext cx="6696000" cy="612000"/>
            <a:chOff x="432000" y="8856000"/>
            <a:chExt cx="6696000" cy="612000"/>
          </a:xfrm>
        </p:grpSpPr>
        <p:sp>
          <p:nvSpPr>
            <p:cNvPr id="19" name="Rectangle 18"/>
            <p:cNvSpPr/>
            <p:nvPr/>
          </p:nvSpPr>
          <p:spPr>
            <a:xfrm>
              <a:off x="432000" y="8856000"/>
              <a:ext cx="6696000" cy="612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2000" y="8856000"/>
              <a:ext cx="108000" cy="6120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0000" y="8856000"/>
              <a:ext cx="6264000" cy="6120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0">
                  <a:solidFill>
                    <a:srgbClr val="373C46"/>
                  </a:solidFill>
                  <a:latin typeface="맑은 고딕"/>
                </a:rPr>
                <a:t>{{DESC_4}}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